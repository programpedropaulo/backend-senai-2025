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Fredoka"/>
      <p:regular r:id="rId20"/>
      <p:bold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Palanquin Dark"/>
      <p:regular r:id="rId26"/>
      <p:bold r:id="rId27"/>
    </p:embeddedFont>
    <p:embeddedFont>
      <p:font typeface="Orbitron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d81GcVV2LEqTCfB7OBp4c1mlfp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Paulo Victo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redoka-regular.fntdata"/><Relationship Id="rId22" Type="http://schemas.openxmlformats.org/officeDocument/2006/relationships/font" Target="fonts/Roboto-regular.fntdata"/><Relationship Id="rId21" Type="http://schemas.openxmlformats.org/officeDocument/2006/relationships/font" Target="fonts/Fredoka-bold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alanquinDark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Orbitron-regular.fntdata"/><Relationship Id="rId27" Type="http://schemas.openxmlformats.org/officeDocument/2006/relationships/font" Target="fonts/PalanquinDar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rbitron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6-09T18:13:59.404">
    <p:pos x="6000" y="0"/>
    <p:text># Classe base
class Animal:
def ___init___(self, nome):
self.nome = nome 
def emitir_som(self):
return "Som genérico de animal"
# Classes derivadas
class Cachorro(Animal):
def emitir_som(self):
return "Latido"
class Gato(Animal):
def emitir_som(self):
return "Miau"
# Uso da herança
cachorro = Cachorro("Rex")
gato = Gato("Mingau")
print(cachorro.nome, "faz", cachorro.emitir_som()) # Rex faz Latido
print(gato.nome, "faz", gato.emitir_som()) # Mingau faz Miau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lZrxf8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617bb5a9ba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3617bb5a9b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6207fdbe4f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g36207fdbe4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6207fdbe4f_0_5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6207fdbe4f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17bb5a9b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g3617bb5a9b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6207fdbe4f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6207fdbe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6207fdbe4f_0_4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6207fdbe4f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6207fdbe4f_0_5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6207fdbe4f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6207fdbe4f_0_5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6207fdbe4f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61ad1c848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61ad1c84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2"/>
          <p:cNvGrpSpPr/>
          <p:nvPr/>
        </p:nvGrpSpPr>
        <p:grpSpPr>
          <a:xfrm>
            <a:off x="-1901322" y="-611430"/>
            <a:ext cx="4544211" cy="4516379"/>
            <a:chOff x="-1901322" y="-611430"/>
            <a:chExt cx="4544211" cy="4516379"/>
          </a:xfrm>
        </p:grpSpPr>
        <p:sp>
          <p:nvSpPr>
            <p:cNvPr id="10" name="Google Shape;10;p22"/>
            <p:cNvSpPr/>
            <p:nvPr/>
          </p:nvSpPr>
          <p:spPr>
            <a:xfrm>
              <a:off x="-1901322" y="1923004"/>
              <a:ext cx="2552990" cy="1507257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2"/>
            <p:cNvSpPr/>
            <p:nvPr/>
          </p:nvSpPr>
          <p:spPr>
            <a:xfrm>
              <a:off x="-929521" y="-366300"/>
              <a:ext cx="3031815" cy="200457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22"/>
            <p:cNvGrpSpPr/>
            <p:nvPr/>
          </p:nvGrpSpPr>
          <p:grpSpPr>
            <a:xfrm>
              <a:off x="1841214" y="348501"/>
              <a:ext cx="801675" cy="397824"/>
              <a:chOff x="1622300" y="2291700"/>
              <a:chExt cx="118800" cy="58950"/>
            </a:xfrm>
          </p:grpSpPr>
          <p:sp>
            <p:nvSpPr>
              <p:cNvPr id="13" name="Google Shape;13;p22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2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2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2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21;p22"/>
            <p:cNvGrpSpPr/>
            <p:nvPr/>
          </p:nvGrpSpPr>
          <p:grpSpPr>
            <a:xfrm>
              <a:off x="-484614" y="-611430"/>
              <a:ext cx="3127481" cy="4516379"/>
              <a:chOff x="278245" y="-184325"/>
              <a:chExt cx="2358228" cy="3405504"/>
            </a:xfrm>
          </p:grpSpPr>
          <p:grpSp>
            <p:nvGrpSpPr>
              <p:cNvPr id="22" name="Google Shape;22;p2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3" name="Google Shape;23;p2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" name="Google Shape;24;p2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25;p2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" name="Google Shape;26;p2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2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" name="Google Shape;28;p2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22"/>
          <p:cNvGrpSpPr/>
          <p:nvPr/>
        </p:nvGrpSpPr>
        <p:grpSpPr>
          <a:xfrm>
            <a:off x="5634700" y="-1073869"/>
            <a:ext cx="7542167" cy="7636641"/>
            <a:chOff x="5482300" y="-1150069"/>
            <a:chExt cx="7542167" cy="7636641"/>
          </a:xfrm>
        </p:grpSpPr>
        <p:sp>
          <p:nvSpPr>
            <p:cNvPr id="30" name="Google Shape;30;p22"/>
            <p:cNvSpPr/>
            <p:nvPr/>
          </p:nvSpPr>
          <p:spPr>
            <a:xfrm flipH="1" rot="10800000">
              <a:off x="6369828" y="-1150069"/>
              <a:ext cx="6654639" cy="7636641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" name="Google Shape;31;p22"/>
            <p:cNvGrpSpPr/>
            <p:nvPr/>
          </p:nvGrpSpPr>
          <p:grpSpPr>
            <a:xfrm flipH="1" rot="10800000">
              <a:off x="6016263" y="1621718"/>
              <a:ext cx="2553081" cy="3705672"/>
              <a:chOff x="6769513" y="299393"/>
              <a:chExt cx="1308620" cy="1899526"/>
            </a:xfrm>
          </p:grpSpPr>
          <p:sp>
            <p:nvSpPr>
              <p:cNvPr id="32" name="Google Shape;32;p2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" name="Google Shape;39;p22"/>
            <p:cNvGrpSpPr/>
            <p:nvPr/>
          </p:nvGrpSpPr>
          <p:grpSpPr>
            <a:xfrm flipH="1">
              <a:off x="5482300" y="4423789"/>
              <a:ext cx="827314" cy="410158"/>
              <a:chOff x="5989375" y="1843575"/>
              <a:chExt cx="136525" cy="67675"/>
            </a:xfrm>
          </p:grpSpPr>
          <p:sp>
            <p:nvSpPr>
              <p:cNvPr id="40" name="Google Shape;40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2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2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" name="Google Shape;48;p22"/>
            <p:cNvSpPr/>
            <p:nvPr/>
          </p:nvSpPr>
          <p:spPr>
            <a:xfrm flipH="1" rot="10800000">
              <a:off x="7424539" y="4645063"/>
              <a:ext cx="727773" cy="727773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22"/>
          <p:cNvSpPr txBox="1"/>
          <p:nvPr>
            <p:ph type="ctrTitle"/>
          </p:nvPr>
        </p:nvSpPr>
        <p:spPr>
          <a:xfrm>
            <a:off x="1296163" y="1263600"/>
            <a:ext cx="65517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" name="Google Shape;50;p22"/>
          <p:cNvSpPr txBox="1"/>
          <p:nvPr>
            <p:ph idx="1" type="subTitle"/>
          </p:nvPr>
        </p:nvSpPr>
        <p:spPr>
          <a:xfrm>
            <a:off x="1296138" y="3416400"/>
            <a:ext cx="65517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/>
          <p:nvPr>
            <p:ph type="title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" type="subTitle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54" name="Google Shape;54;p23"/>
          <p:cNvSpPr txBox="1"/>
          <p:nvPr>
            <p:ph idx="2" type="subTitle"/>
          </p:nvPr>
        </p:nvSpPr>
        <p:spPr>
          <a:xfrm>
            <a:off x="123402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3" type="title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" name="Google Shape;56;p23"/>
          <p:cNvSpPr txBox="1"/>
          <p:nvPr>
            <p:ph idx="4" type="subTitle"/>
          </p:nvPr>
        </p:nvSpPr>
        <p:spPr>
          <a:xfrm>
            <a:off x="509147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57" name="Google Shape;57;p23"/>
          <p:cNvSpPr txBox="1"/>
          <p:nvPr>
            <p:ph idx="5" type="subTitle"/>
          </p:nvPr>
        </p:nvSpPr>
        <p:spPr>
          <a:xfrm>
            <a:off x="509147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6" type="title"/>
          </p:nvPr>
        </p:nvSpPr>
        <p:spPr>
          <a:xfrm>
            <a:off x="210087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" name="Google Shape;59;p23"/>
          <p:cNvSpPr txBox="1"/>
          <p:nvPr>
            <p:ph idx="7" type="subTitle"/>
          </p:nvPr>
        </p:nvSpPr>
        <p:spPr>
          <a:xfrm>
            <a:off x="123402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60" name="Google Shape;60;p23"/>
          <p:cNvSpPr txBox="1"/>
          <p:nvPr>
            <p:ph idx="8" type="subTitle"/>
          </p:nvPr>
        </p:nvSpPr>
        <p:spPr>
          <a:xfrm>
            <a:off x="123402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62" name="Google Shape;62;p23"/>
          <p:cNvSpPr txBox="1"/>
          <p:nvPr>
            <p:ph idx="13" type="title"/>
          </p:nvPr>
        </p:nvSpPr>
        <p:spPr>
          <a:xfrm>
            <a:off x="595832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23"/>
          <p:cNvSpPr txBox="1"/>
          <p:nvPr>
            <p:ph idx="14" type="subTitle"/>
          </p:nvPr>
        </p:nvSpPr>
        <p:spPr>
          <a:xfrm>
            <a:off x="509147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64" name="Google Shape;64;p23"/>
          <p:cNvSpPr txBox="1"/>
          <p:nvPr>
            <p:ph idx="15" type="subTitle"/>
          </p:nvPr>
        </p:nvSpPr>
        <p:spPr>
          <a:xfrm>
            <a:off x="509147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65" name="Google Shape;65;p23"/>
          <p:cNvGrpSpPr/>
          <p:nvPr/>
        </p:nvGrpSpPr>
        <p:grpSpPr>
          <a:xfrm>
            <a:off x="-3389800" y="-360873"/>
            <a:ext cx="6322114" cy="7255046"/>
            <a:chOff x="-3389800" y="-360873"/>
            <a:chExt cx="6322114" cy="7255046"/>
          </a:xfrm>
        </p:grpSpPr>
        <p:sp>
          <p:nvSpPr>
            <p:cNvPr id="66" name="Google Shape;66;p23"/>
            <p:cNvSpPr/>
            <p:nvPr/>
          </p:nvSpPr>
          <p:spPr>
            <a:xfrm>
              <a:off x="-3389800" y="-360873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" name="Google Shape;67;p23"/>
            <p:cNvGrpSpPr/>
            <p:nvPr/>
          </p:nvGrpSpPr>
          <p:grpSpPr>
            <a:xfrm>
              <a:off x="-1419600" y="387590"/>
              <a:ext cx="2381712" cy="3328976"/>
              <a:chOff x="7655072" y="-407632"/>
              <a:chExt cx="2008528" cy="2807367"/>
            </a:xfrm>
          </p:grpSpPr>
          <p:sp>
            <p:nvSpPr>
              <p:cNvPr id="68" name="Google Shape;68;p23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3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3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3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3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23"/>
            <p:cNvGrpSpPr/>
            <p:nvPr/>
          </p:nvGrpSpPr>
          <p:grpSpPr>
            <a:xfrm>
              <a:off x="-201897" y="42827"/>
              <a:ext cx="1029648" cy="1806572"/>
              <a:chOff x="455034" y="-121633"/>
              <a:chExt cx="629947" cy="1105275"/>
            </a:xfrm>
          </p:grpSpPr>
          <p:sp>
            <p:nvSpPr>
              <p:cNvPr id="74" name="Google Shape;74;p23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23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23"/>
            <p:cNvGrpSpPr/>
            <p:nvPr/>
          </p:nvGrpSpPr>
          <p:grpSpPr>
            <a:xfrm>
              <a:off x="889287" y="4589548"/>
              <a:ext cx="471865" cy="38050"/>
              <a:chOff x="6298452" y="2390050"/>
              <a:chExt cx="140725" cy="11350"/>
            </a:xfrm>
          </p:grpSpPr>
          <p:sp>
            <p:nvSpPr>
              <p:cNvPr id="77" name="Google Shape;77;p23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23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23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" name="Google Shape;80;p23"/>
          <p:cNvGrpSpPr/>
          <p:nvPr/>
        </p:nvGrpSpPr>
        <p:grpSpPr>
          <a:xfrm>
            <a:off x="6133478" y="-1088649"/>
            <a:ext cx="7166740" cy="6435526"/>
            <a:chOff x="6133478" y="-1088649"/>
            <a:chExt cx="7166740" cy="6435526"/>
          </a:xfrm>
        </p:grpSpPr>
        <p:sp>
          <p:nvSpPr>
            <p:cNvPr id="81" name="Google Shape;81;p23"/>
            <p:cNvSpPr/>
            <p:nvPr/>
          </p:nvSpPr>
          <p:spPr>
            <a:xfrm>
              <a:off x="6133478" y="-10886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" name="Google Shape;82;p23"/>
            <p:cNvGrpSpPr/>
            <p:nvPr/>
          </p:nvGrpSpPr>
          <p:grpSpPr>
            <a:xfrm>
              <a:off x="8193009" y="539516"/>
              <a:ext cx="618213" cy="306426"/>
              <a:chOff x="5989375" y="1843575"/>
              <a:chExt cx="136525" cy="67675"/>
            </a:xfrm>
          </p:grpSpPr>
          <p:sp>
            <p:nvSpPr>
              <p:cNvPr id="83" name="Google Shape;83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23"/>
            <p:cNvGrpSpPr/>
            <p:nvPr/>
          </p:nvGrpSpPr>
          <p:grpSpPr>
            <a:xfrm>
              <a:off x="8389396" y="1055350"/>
              <a:ext cx="1228885" cy="2188720"/>
              <a:chOff x="8389396" y="1055350"/>
              <a:chExt cx="1228885" cy="2188720"/>
            </a:xfrm>
          </p:grpSpPr>
          <p:sp>
            <p:nvSpPr>
              <p:cNvPr id="92" name="Google Shape;92;p2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4"/>
          <p:cNvGrpSpPr/>
          <p:nvPr/>
        </p:nvGrpSpPr>
        <p:grpSpPr>
          <a:xfrm>
            <a:off x="-1373076" y="-1209900"/>
            <a:ext cx="11890151" cy="7563300"/>
            <a:chOff x="-1373076" y="-1366629"/>
            <a:chExt cx="11890151" cy="7563300"/>
          </a:xfrm>
        </p:grpSpPr>
        <p:sp>
          <p:nvSpPr>
            <p:cNvPr id="96" name="Google Shape;96;p24"/>
            <p:cNvSpPr/>
            <p:nvPr/>
          </p:nvSpPr>
          <p:spPr>
            <a:xfrm flipH="1">
              <a:off x="7225808" y="-184949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" name="Google Shape;97;p24"/>
            <p:cNvGrpSpPr/>
            <p:nvPr/>
          </p:nvGrpSpPr>
          <p:grpSpPr>
            <a:xfrm>
              <a:off x="5467203" y="316173"/>
              <a:ext cx="5049872" cy="5880498"/>
              <a:chOff x="5462123" y="316173"/>
              <a:chExt cx="5049872" cy="5880498"/>
            </a:xfrm>
          </p:grpSpPr>
          <p:sp>
            <p:nvSpPr>
              <p:cNvPr id="98" name="Google Shape;98;p24"/>
              <p:cNvSpPr/>
              <p:nvPr/>
            </p:nvSpPr>
            <p:spPr>
              <a:xfrm>
                <a:off x="6129588" y="3610364"/>
                <a:ext cx="4382407" cy="2586307"/>
              </a:xfrm>
              <a:custGeom>
                <a:rect b="b" l="l" r="r" t="t"/>
                <a:pathLst>
                  <a:path extrusionOk="0" h="13154" w="22289">
                    <a:moveTo>
                      <a:pt x="17041" y="1"/>
                    </a:moveTo>
                    <a:lnTo>
                      <a:pt x="12718" y="4324"/>
                    </a:lnTo>
                    <a:lnTo>
                      <a:pt x="8779" y="4324"/>
                    </a:lnTo>
                    <a:lnTo>
                      <a:pt x="1" y="13102"/>
                    </a:lnTo>
                    <a:lnTo>
                      <a:pt x="8231" y="13154"/>
                    </a:lnTo>
                    <a:lnTo>
                      <a:pt x="10773" y="10612"/>
                    </a:lnTo>
                    <a:lnTo>
                      <a:pt x="11677" y="10612"/>
                    </a:lnTo>
                    <a:lnTo>
                      <a:pt x="2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9" name="Google Shape;99;p24"/>
              <p:cNvGrpSpPr/>
              <p:nvPr/>
            </p:nvGrpSpPr>
            <p:grpSpPr>
              <a:xfrm>
                <a:off x="5462123" y="316173"/>
                <a:ext cx="3851865" cy="5347559"/>
                <a:chOff x="4825133" y="589757"/>
                <a:chExt cx="3851865" cy="5347559"/>
              </a:xfrm>
            </p:grpSpPr>
            <p:sp>
              <p:nvSpPr>
                <p:cNvPr id="100" name="Google Shape;100;p24"/>
                <p:cNvSpPr/>
                <p:nvPr/>
              </p:nvSpPr>
              <p:spPr>
                <a:xfrm>
                  <a:off x="4908115" y="679122"/>
                  <a:ext cx="3676746" cy="5123054"/>
                </a:xfrm>
                <a:custGeom>
                  <a:rect b="b" l="l" r="r" t="t"/>
                  <a:pathLst>
                    <a:path extrusionOk="0" h="60996" w="43776">
                      <a:moveTo>
                        <a:pt x="43432" y="1"/>
                      </a:moveTo>
                      <a:lnTo>
                        <a:pt x="33665" y="9768"/>
                      </a:lnTo>
                      <a:lnTo>
                        <a:pt x="33665" y="36891"/>
                      </a:lnTo>
                      <a:lnTo>
                        <a:pt x="20804" y="49752"/>
                      </a:lnTo>
                      <a:lnTo>
                        <a:pt x="1" y="49752"/>
                      </a:lnTo>
                      <a:lnTo>
                        <a:pt x="1" y="60996"/>
                      </a:lnTo>
                      <a:lnTo>
                        <a:pt x="489" y="60996"/>
                      </a:lnTo>
                      <a:lnTo>
                        <a:pt x="489" y="50240"/>
                      </a:lnTo>
                      <a:lnTo>
                        <a:pt x="21004" y="50240"/>
                      </a:lnTo>
                      <a:lnTo>
                        <a:pt x="21076" y="50168"/>
                      </a:lnTo>
                      <a:lnTo>
                        <a:pt x="34153" y="37091"/>
                      </a:lnTo>
                      <a:lnTo>
                        <a:pt x="34153" y="9972"/>
                      </a:lnTo>
                      <a:lnTo>
                        <a:pt x="43776" y="345"/>
                      </a:lnTo>
                      <a:lnTo>
                        <a:pt x="4343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" name="Google Shape;101;p24"/>
                <p:cNvSpPr/>
                <p:nvPr/>
              </p:nvSpPr>
              <p:spPr>
                <a:xfrm>
                  <a:off x="6907161" y="4010501"/>
                  <a:ext cx="633201" cy="633201"/>
                </a:xfrm>
                <a:custGeom>
                  <a:rect b="b" l="l" r="r" t="t"/>
                  <a:pathLst>
                    <a:path extrusionOk="0" h="7539" w="7539">
                      <a:moveTo>
                        <a:pt x="5389" y="1"/>
                      </a:moveTo>
                      <a:lnTo>
                        <a:pt x="2695" y="2699"/>
                      </a:lnTo>
                      <a:lnTo>
                        <a:pt x="1" y="5393"/>
                      </a:lnTo>
                      <a:lnTo>
                        <a:pt x="1" y="7538"/>
                      </a:lnTo>
                      <a:lnTo>
                        <a:pt x="3767" y="3771"/>
                      </a:lnTo>
                      <a:lnTo>
                        <a:pt x="75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" name="Google Shape;102;p24"/>
                <p:cNvSpPr/>
                <p:nvPr/>
              </p:nvSpPr>
              <p:spPr>
                <a:xfrm>
                  <a:off x="4825133" y="5781599"/>
                  <a:ext cx="181250" cy="155717"/>
                </a:xfrm>
                <a:custGeom>
                  <a:rect b="b" l="l" r="r" t="t"/>
                  <a:pathLst>
                    <a:path extrusionOk="0" h="1854" w="2158">
                      <a:moveTo>
                        <a:pt x="1231" y="490"/>
                      </a:moveTo>
                      <a:cubicBezTo>
                        <a:pt x="1455" y="490"/>
                        <a:pt x="1669" y="663"/>
                        <a:pt x="1669" y="925"/>
                      </a:cubicBezTo>
                      <a:cubicBezTo>
                        <a:pt x="1669" y="1165"/>
                        <a:pt x="1477" y="1362"/>
                        <a:pt x="1237" y="1362"/>
                      </a:cubicBezTo>
                      <a:cubicBezTo>
                        <a:pt x="845" y="1362"/>
                        <a:pt x="653" y="893"/>
                        <a:pt x="925" y="617"/>
                      </a:cubicBezTo>
                      <a:cubicBezTo>
                        <a:pt x="1014" y="529"/>
                        <a:pt x="1124" y="490"/>
                        <a:pt x="1231" y="490"/>
                      </a:cubicBezTo>
                      <a:close/>
                      <a:moveTo>
                        <a:pt x="1237" y="1"/>
                      </a:moveTo>
                      <a:cubicBezTo>
                        <a:pt x="413" y="1"/>
                        <a:pt x="0" y="997"/>
                        <a:pt x="581" y="1582"/>
                      </a:cubicBezTo>
                      <a:cubicBezTo>
                        <a:pt x="769" y="1769"/>
                        <a:pt x="1001" y="1853"/>
                        <a:pt x="1227" y="1853"/>
                      </a:cubicBezTo>
                      <a:cubicBezTo>
                        <a:pt x="1703" y="1853"/>
                        <a:pt x="2158" y="1484"/>
                        <a:pt x="2158" y="925"/>
                      </a:cubicBezTo>
                      <a:cubicBezTo>
                        <a:pt x="2158" y="417"/>
                        <a:pt x="1745" y="5"/>
                        <a:pt x="12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" name="Google Shape;103;p24"/>
                <p:cNvSpPr/>
                <p:nvPr/>
              </p:nvSpPr>
              <p:spPr>
                <a:xfrm>
                  <a:off x="8495412" y="589757"/>
                  <a:ext cx="181586" cy="155298"/>
                </a:xfrm>
                <a:custGeom>
                  <a:rect b="b" l="l" r="r" t="t"/>
                  <a:pathLst>
                    <a:path extrusionOk="0" h="1849" w="2162">
                      <a:moveTo>
                        <a:pt x="1233" y="485"/>
                      </a:moveTo>
                      <a:cubicBezTo>
                        <a:pt x="1457" y="485"/>
                        <a:pt x="1673" y="658"/>
                        <a:pt x="1673" y="921"/>
                      </a:cubicBezTo>
                      <a:cubicBezTo>
                        <a:pt x="1673" y="1165"/>
                        <a:pt x="1477" y="1357"/>
                        <a:pt x="1237" y="1357"/>
                      </a:cubicBezTo>
                      <a:cubicBezTo>
                        <a:pt x="849" y="1357"/>
                        <a:pt x="653" y="889"/>
                        <a:pt x="929" y="613"/>
                      </a:cubicBezTo>
                      <a:cubicBezTo>
                        <a:pt x="1017" y="525"/>
                        <a:pt x="1126" y="485"/>
                        <a:pt x="1233" y="485"/>
                      </a:cubicBezTo>
                      <a:close/>
                      <a:moveTo>
                        <a:pt x="1237" y="0"/>
                      </a:moveTo>
                      <a:cubicBezTo>
                        <a:pt x="412" y="0"/>
                        <a:pt x="0" y="993"/>
                        <a:pt x="585" y="1577"/>
                      </a:cubicBezTo>
                      <a:cubicBezTo>
                        <a:pt x="772" y="1765"/>
                        <a:pt x="1003" y="1849"/>
                        <a:pt x="1229" y="1849"/>
                      </a:cubicBezTo>
                      <a:cubicBezTo>
                        <a:pt x="1705" y="1849"/>
                        <a:pt x="2162" y="1479"/>
                        <a:pt x="2162" y="921"/>
                      </a:cubicBezTo>
                      <a:cubicBezTo>
                        <a:pt x="2158" y="412"/>
                        <a:pt x="1745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" name="Google Shape;104;p24"/>
                <p:cNvSpPr/>
                <p:nvPr/>
              </p:nvSpPr>
              <p:spPr>
                <a:xfrm>
                  <a:off x="4922981" y="4878622"/>
                  <a:ext cx="948499" cy="556770"/>
                </a:xfrm>
                <a:custGeom>
                  <a:rect b="b" l="l" r="r" t="t"/>
                  <a:pathLst>
                    <a:path extrusionOk="0" h="6629" w="11293">
                      <a:moveTo>
                        <a:pt x="11152" y="0"/>
                      </a:moveTo>
                      <a:lnTo>
                        <a:pt x="8026" y="3126"/>
                      </a:lnTo>
                      <a:lnTo>
                        <a:pt x="3362" y="3126"/>
                      </a:lnTo>
                      <a:lnTo>
                        <a:pt x="0" y="6493"/>
                      </a:lnTo>
                      <a:lnTo>
                        <a:pt x="140" y="6629"/>
                      </a:lnTo>
                      <a:lnTo>
                        <a:pt x="3447" y="3322"/>
                      </a:lnTo>
                      <a:lnTo>
                        <a:pt x="8106" y="3322"/>
                      </a:lnTo>
                      <a:lnTo>
                        <a:pt x="11292" y="136"/>
                      </a:lnTo>
                      <a:lnTo>
                        <a:pt x="11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5" name="Google Shape;105;p24"/>
            <p:cNvSpPr/>
            <p:nvPr/>
          </p:nvSpPr>
          <p:spPr>
            <a:xfrm flipH="1">
              <a:off x="-880479" y="4202588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-1311941" y="-578758"/>
              <a:ext cx="4078254" cy="2696967"/>
            </a:xfrm>
            <a:custGeom>
              <a:rect b="b" l="l" r="r" t="t"/>
              <a:pathLst>
                <a:path extrusionOk="0" h="20595" w="31143">
                  <a:moveTo>
                    <a:pt x="21964" y="0"/>
                  </a:moveTo>
                  <a:lnTo>
                    <a:pt x="14323" y="7641"/>
                  </a:lnTo>
                  <a:lnTo>
                    <a:pt x="11457" y="7641"/>
                  </a:lnTo>
                  <a:lnTo>
                    <a:pt x="5905" y="13193"/>
                  </a:lnTo>
                  <a:lnTo>
                    <a:pt x="5905" y="14690"/>
                  </a:lnTo>
                  <a:lnTo>
                    <a:pt x="1" y="20595"/>
                  </a:lnTo>
                  <a:lnTo>
                    <a:pt x="8835" y="20595"/>
                  </a:lnTo>
                  <a:lnTo>
                    <a:pt x="18254" y="11176"/>
                  </a:lnTo>
                  <a:lnTo>
                    <a:pt x="22441" y="11176"/>
                  </a:lnTo>
                  <a:lnTo>
                    <a:pt x="27768" y="5848"/>
                  </a:lnTo>
                  <a:lnTo>
                    <a:pt x="27768" y="3374"/>
                  </a:lnTo>
                  <a:lnTo>
                    <a:pt x="311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" name="Google Shape;107;p24"/>
            <p:cNvGrpSpPr/>
            <p:nvPr/>
          </p:nvGrpSpPr>
          <p:grpSpPr>
            <a:xfrm flipH="1">
              <a:off x="1274214" y="4295411"/>
              <a:ext cx="647438" cy="321825"/>
              <a:chOff x="7990044" y="3252744"/>
              <a:chExt cx="516875" cy="256925"/>
            </a:xfrm>
          </p:grpSpPr>
          <p:sp>
            <p:nvSpPr>
              <p:cNvPr id="108" name="Google Shape;108;p24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4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4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4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4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4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4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4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" name="Google Shape;116;p24"/>
            <p:cNvGrpSpPr/>
            <p:nvPr/>
          </p:nvGrpSpPr>
          <p:grpSpPr>
            <a:xfrm>
              <a:off x="175385" y="-1366629"/>
              <a:ext cx="3039353" cy="3203144"/>
              <a:chOff x="7797455" y="1505164"/>
              <a:chExt cx="3773251" cy="3976591"/>
            </a:xfrm>
          </p:grpSpPr>
          <p:sp>
            <p:nvSpPr>
              <p:cNvPr id="117" name="Google Shape;117;p24"/>
              <p:cNvSpPr/>
              <p:nvPr/>
            </p:nvSpPr>
            <p:spPr>
              <a:xfrm>
                <a:off x="11404490" y="1966101"/>
                <a:ext cx="75759" cy="531321"/>
              </a:xfrm>
              <a:custGeom>
                <a:rect b="b" l="l" r="r" t="t"/>
                <a:pathLst>
                  <a:path extrusionOk="0" h="6326" w="902">
                    <a:moveTo>
                      <a:pt x="901" y="1"/>
                    </a:moveTo>
                    <a:lnTo>
                      <a:pt x="1" y="901"/>
                    </a:lnTo>
                    <a:lnTo>
                      <a:pt x="1" y="3163"/>
                    </a:lnTo>
                    <a:lnTo>
                      <a:pt x="1" y="5424"/>
                    </a:lnTo>
                    <a:lnTo>
                      <a:pt x="901" y="6325"/>
                    </a:lnTo>
                    <a:lnTo>
                      <a:pt x="901" y="3163"/>
                    </a:lnTo>
                    <a:lnTo>
                      <a:pt x="9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4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4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4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4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4"/>
              <p:cNvSpPr/>
              <p:nvPr/>
            </p:nvSpPr>
            <p:spPr>
              <a:xfrm>
                <a:off x="10208640" y="2996574"/>
                <a:ext cx="956898" cy="954546"/>
              </a:xfrm>
              <a:custGeom>
                <a:rect b="b" l="l" r="r" t="t"/>
                <a:pathLst>
                  <a:path extrusionOk="0" h="11365" w="11393">
                    <a:moveTo>
                      <a:pt x="11196" y="0"/>
                    </a:moveTo>
                    <a:lnTo>
                      <a:pt x="11196" y="5008"/>
                    </a:lnTo>
                    <a:lnTo>
                      <a:pt x="5036" y="11168"/>
                    </a:lnTo>
                    <a:lnTo>
                      <a:pt x="1" y="11168"/>
                    </a:lnTo>
                    <a:lnTo>
                      <a:pt x="1" y="11364"/>
                    </a:lnTo>
                    <a:lnTo>
                      <a:pt x="5120" y="11364"/>
                    </a:lnTo>
                    <a:lnTo>
                      <a:pt x="11393" y="5088"/>
                    </a:lnTo>
                    <a:lnTo>
                      <a:pt x="113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24"/>
            <p:cNvGrpSpPr/>
            <p:nvPr/>
          </p:nvGrpSpPr>
          <p:grpSpPr>
            <a:xfrm>
              <a:off x="-1373076" y="1927074"/>
              <a:ext cx="2698430" cy="3917462"/>
              <a:chOff x="7726148" y="679122"/>
              <a:chExt cx="2698430" cy="3917462"/>
            </a:xfrm>
          </p:grpSpPr>
          <p:sp>
            <p:nvSpPr>
              <p:cNvPr id="124" name="Google Shape;124;p24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4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4"/>
              <p:cNvSpPr/>
              <p:nvPr/>
            </p:nvSpPr>
            <p:spPr>
              <a:xfrm>
                <a:off x="10228462" y="679122"/>
                <a:ext cx="148998" cy="127833"/>
              </a:xfrm>
              <a:custGeom>
                <a:rect b="b" l="l" r="r" t="t"/>
                <a:pathLst>
                  <a:path extrusionOk="0" h="1522" w="1774">
                    <a:moveTo>
                      <a:pt x="761" y="401"/>
                    </a:moveTo>
                    <a:cubicBezTo>
                      <a:pt x="1082" y="401"/>
                      <a:pt x="1238" y="789"/>
                      <a:pt x="1013" y="1014"/>
                    </a:cubicBezTo>
                    <a:cubicBezTo>
                      <a:pt x="941" y="1086"/>
                      <a:pt x="851" y="1119"/>
                      <a:pt x="763" y="1119"/>
                    </a:cubicBezTo>
                    <a:cubicBezTo>
                      <a:pt x="580" y="1119"/>
                      <a:pt x="405" y="978"/>
                      <a:pt x="405" y="761"/>
                    </a:cubicBezTo>
                    <a:cubicBezTo>
                      <a:pt x="405" y="565"/>
                      <a:pt x="565" y="405"/>
                      <a:pt x="761" y="401"/>
                    </a:cubicBezTo>
                    <a:close/>
                    <a:moveTo>
                      <a:pt x="767" y="0"/>
                    </a:moveTo>
                    <a:cubicBezTo>
                      <a:pt x="376" y="0"/>
                      <a:pt x="1" y="304"/>
                      <a:pt x="1" y="761"/>
                    </a:cubicBezTo>
                    <a:cubicBezTo>
                      <a:pt x="1" y="1182"/>
                      <a:pt x="341" y="1518"/>
                      <a:pt x="761" y="1522"/>
                    </a:cubicBezTo>
                    <a:cubicBezTo>
                      <a:pt x="1438" y="1522"/>
                      <a:pt x="1774" y="701"/>
                      <a:pt x="1298" y="225"/>
                    </a:cubicBezTo>
                    <a:cubicBezTo>
                      <a:pt x="1144" y="70"/>
                      <a:pt x="953" y="0"/>
                      <a:pt x="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4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4"/>
              <p:cNvSpPr/>
              <p:nvPr/>
            </p:nvSpPr>
            <p:spPr>
              <a:xfrm>
                <a:off x="9020853" y="1998017"/>
                <a:ext cx="1057770" cy="1611852"/>
              </a:xfrm>
              <a:custGeom>
                <a:rect b="b" l="l" r="r" t="t"/>
                <a:pathLst>
                  <a:path extrusionOk="0" h="19191" w="12594">
                    <a:moveTo>
                      <a:pt x="12481" y="1"/>
                    </a:moveTo>
                    <a:lnTo>
                      <a:pt x="7066" y="5417"/>
                    </a:lnTo>
                    <a:lnTo>
                      <a:pt x="7066" y="12017"/>
                    </a:lnTo>
                    <a:lnTo>
                      <a:pt x="1" y="19078"/>
                    </a:lnTo>
                    <a:lnTo>
                      <a:pt x="117" y="19190"/>
                    </a:lnTo>
                    <a:lnTo>
                      <a:pt x="7226" y="12081"/>
                    </a:lnTo>
                    <a:lnTo>
                      <a:pt x="7226" y="5485"/>
                    </a:lnTo>
                    <a:lnTo>
                      <a:pt x="12593" y="113"/>
                    </a:lnTo>
                    <a:lnTo>
                      <a:pt x="124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4"/>
              <p:cNvSpPr/>
              <p:nvPr/>
            </p:nvSpPr>
            <p:spPr>
              <a:xfrm>
                <a:off x="9805572" y="1401268"/>
                <a:ext cx="562817" cy="889370"/>
              </a:xfrm>
              <a:custGeom>
                <a:rect b="b" l="l" r="r" t="t"/>
                <a:pathLst>
                  <a:path extrusionOk="0" h="10589" w="6701">
                    <a:moveTo>
                      <a:pt x="112" y="1"/>
                    </a:moveTo>
                    <a:lnTo>
                      <a:pt x="0" y="117"/>
                    </a:lnTo>
                    <a:lnTo>
                      <a:pt x="6541" y="6658"/>
                    </a:lnTo>
                    <a:lnTo>
                      <a:pt x="6541" y="10588"/>
                    </a:lnTo>
                    <a:lnTo>
                      <a:pt x="6701" y="10588"/>
                    </a:lnTo>
                    <a:lnTo>
                      <a:pt x="6701" y="6590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24"/>
            <p:cNvGrpSpPr/>
            <p:nvPr/>
          </p:nvGrpSpPr>
          <p:grpSpPr>
            <a:xfrm>
              <a:off x="562194" y="410025"/>
              <a:ext cx="258605" cy="258941"/>
              <a:chOff x="8925357" y="2817675"/>
              <a:chExt cx="258605" cy="258941"/>
            </a:xfrm>
          </p:grpSpPr>
          <p:sp>
            <p:nvSpPr>
              <p:cNvPr id="131" name="Google Shape;131;p24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4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" name="Google Shape;133;p24"/>
            <p:cNvGrpSpPr/>
            <p:nvPr/>
          </p:nvGrpSpPr>
          <p:grpSpPr>
            <a:xfrm rot="5400000">
              <a:off x="8467489" y="2523161"/>
              <a:ext cx="556854" cy="97176"/>
              <a:chOff x="8351789" y="4872911"/>
              <a:chExt cx="556854" cy="97176"/>
            </a:xfrm>
          </p:grpSpPr>
          <p:sp>
            <p:nvSpPr>
              <p:cNvPr id="134" name="Google Shape;134;p24"/>
              <p:cNvSpPr/>
              <p:nvPr/>
            </p:nvSpPr>
            <p:spPr>
              <a:xfrm>
                <a:off x="8351789" y="4872911"/>
                <a:ext cx="137324" cy="97176"/>
              </a:xfrm>
              <a:custGeom>
                <a:rect b="b" l="l" r="r" t="t"/>
                <a:pathLst>
                  <a:path extrusionOk="0" h="1157" w="1635">
                    <a:moveTo>
                      <a:pt x="1" y="0"/>
                    </a:moveTo>
                    <a:lnTo>
                      <a:pt x="954" y="1157"/>
                    </a:lnTo>
                    <a:lnTo>
                      <a:pt x="1634" y="1157"/>
                    </a:lnTo>
                    <a:lnTo>
                      <a:pt x="6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4"/>
              <p:cNvSpPr/>
              <p:nvPr/>
            </p:nvSpPr>
            <p:spPr>
              <a:xfrm>
                <a:off x="845635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8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24"/>
              <p:cNvSpPr/>
              <p:nvPr/>
            </p:nvSpPr>
            <p:spPr>
              <a:xfrm>
                <a:off x="8561260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4"/>
              <p:cNvSpPr/>
              <p:nvPr/>
            </p:nvSpPr>
            <p:spPr>
              <a:xfrm>
                <a:off x="8666164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4"/>
              <p:cNvSpPr/>
              <p:nvPr/>
            </p:nvSpPr>
            <p:spPr>
              <a:xfrm>
                <a:off x="877106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0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" name="Google Shape;139;p24"/>
            <p:cNvSpPr/>
            <p:nvPr/>
          </p:nvSpPr>
          <p:spPr>
            <a:xfrm>
              <a:off x="7306875" y="4600447"/>
              <a:ext cx="2229499" cy="657745"/>
            </a:xfrm>
            <a:custGeom>
              <a:rect b="b" l="l" r="r" t="t"/>
              <a:pathLst>
                <a:path extrusionOk="0" h="6486" w="21985">
                  <a:moveTo>
                    <a:pt x="21784" y="1"/>
                  </a:moveTo>
                  <a:lnTo>
                    <a:pt x="19442" y="2342"/>
                  </a:lnTo>
                  <a:lnTo>
                    <a:pt x="3943" y="2342"/>
                  </a:lnTo>
                  <a:lnTo>
                    <a:pt x="0" y="6285"/>
                  </a:lnTo>
                  <a:lnTo>
                    <a:pt x="201" y="6485"/>
                  </a:lnTo>
                  <a:lnTo>
                    <a:pt x="4059" y="2626"/>
                  </a:lnTo>
                  <a:lnTo>
                    <a:pt x="19558" y="2626"/>
                  </a:lnTo>
                  <a:lnTo>
                    <a:pt x="21984" y="201"/>
                  </a:lnTo>
                  <a:lnTo>
                    <a:pt x="217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4"/>
            <p:cNvSpPr/>
            <p:nvPr/>
          </p:nvSpPr>
          <p:spPr>
            <a:xfrm rot="-5400000">
              <a:off x="7658071" y="-461281"/>
              <a:ext cx="1325446" cy="1878100"/>
            </a:xfrm>
            <a:custGeom>
              <a:rect b="b" l="l" r="r" t="t"/>
              <a:pathLst>
                <a:path extrusionOk="0" h="22361" w="15781">
                  <a:moveTo>
                    <a:pt x="15640" y="0"/>
                  </a:moveTo>
                  <a:lnTo>
                    <a:pt x="9404" y="6237"/>
                  </a:lnTo>
                  <a:lnTo>
                    <a:pt x="9404" y="12821"/>
                  </a:lnTo>
                  <a:lnTo>
                    <a:pt x="1" y="22224"/>
                  </a:lnTo>
                  <a:lnTo>
                    <a:pt x="141" y="22360"/>
                  </a:lnTo>
                  <a:lnTo>
                    <a:pt x="9600" y="12902"/>
                  </a:lnTo>
                  <a:lnTo>
                    <a:pt x="9600" y="6317"/>
                  </a:lnTo>
                  <a:lnTo>
                    <a:pt x="15780" y="137"/>
                  </a:lnTo>
                  <a:lnTo>
                    <a:pt x="15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4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2" name="Google Shape;142;p24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>
            <a:off x="3052350" y="3267278"/>
            <a:ext cx="3039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713225" y="2347452"/>
            <a:ext cx="47325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9pPr>
          </a:lstStyle>
          <a:p/>
        </p:txBody>
      </p:sp>
      <p:sp>
        <p:nvSpPr>
          <p:cNvPr id="146" name="Google Shape;146;p25"/>
          <p:cNvSpPr txBox="1"/>
          <p:nvPr>
            <p:ph type="title"/>
          </p:nvPr>
        </p:nvSpPr>
        <p:spPr>
          <a:xfrm>
            <a:off x="713370" y="1697025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147" name="Google Shape;147;p25"/>
          <p:cNvGrpSpPr/>
          <p:nvPr/>
        </p:nvGrpSpPr>
        <p:grpSpPr>
          <a:xfrm>
            <a:off x="4590435" y="-1007875"/>
            <a:ext cx="6038601" cy="7441010"/>
            <a:chOff x="4590435" y="-1007875"/>
            <a:chExt cx="6038601" cy="7441010"/>
          </a:xfrm>
        </p:grpSpPr>
        <p:sp>
          <p:nvSpPr>
            <p:cNvPr id="148" name="Google Shape;148;p25"/>
            <p:cNvSpPr/>
            <p:nvPr/>
          </p:nvSpPr>
          <p:spPr>
            <a:xfrm>
              <a:off x="5025290" y="1403608"/>
              <a:ext cx="5603746" cy="5029527"/>
            </a:xfrm>
            <a:custGeom>
              <a:rect b="b" l="l" r="r" t="t"/>
              <a:pathLst>
                <a:path extrusionOk="0" h="62162" w="69259">
                  <a:moveTo>
                    <a:pt x="69093" y="1"/>
                  </a:moveTo>
                  <a:lnTo>
                    <a:pt x="42864" y="26229"/>
                  </a:lnTo>
                  <a:lnTo>
                    <a:pt x="36876" y="26229"/>
                  </a:lnTo>
                  <a:lnTo>
                    <a:pt x="31719" y="31386"/>
                  </a:lnTo>
                  <a:lnTo>
                    <a:pt x="29833" y="31386"/>
                  </a:lnTo>
                  <a:lnTo>
                    <a:pt x="26063" y="35101"/>
                  </a:lnTo>
                  <a:lnTo>
                    <a:pt x="26063" y="35933"/>
                  </a:lnTo>
                  <a:lnTo>
                    <a:pt x="1" y="61995"/>
                  </a:lnTo>
                  <a:lnTo>
                    <a:pt x="167" y="62162"/>
                  </a:lnTo>
                  <a:lnTo>
                    <a:pt x="22292" y="40037"/>
                  </a:lnTo>
                  <a:lnTo>
                    <a:pt x="28059" y="40037"/>
                  </a:lnTo>
                  <a:lnTo>
                    <a:pt x="34380" y="33771"/>
                  </a:lnTo>
                  <a:lnTo>
                    <a:pt x="37153" y="33771"/>
                  </a:lnTo>
                  <a:lnTo>
                    <a:pt x="40757" y="30166"/>
                  </a:lnTo>
                  <a:lnTo>
                    <a:pt x="40757" y="28669"/>
                  </a:lnTo>
                  <a:lnTo>
                    <a:pt x="69259" y="112"/>
                  </a:lnTo>
                  <a:lnTo>
                    <a:pt x="690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5"/>
            <p:cNvSpPr/>
            <p:nvPr/>
          </p:nvSpPr>
          <p:spPr>
            <a:xfrm>
              <a:off x="4590435" y="-831208"/>
              <a:ext cx="5930985" cy="6805915"/>
            </a:xfrm>
            <a:custGeom>
              <a:rect b="b" l="l" r="r" t="t"/>
              <a:pathLst>
                <a:path extrusionOk="0" h="79795" w="69537">
                  <a:moveTo>
                    <a:pt x="69370" y="0"/>
                  </a:moveTo>
                  <a:lnTo>
                    <a:pt x="44195" y="25175"/>
                  </a:lnTo>
                  <a:lnTo>
                    <a:pt x="35379" y="33992"/>
                  </a:lnTo>
                  <a:lnTo>
                    <a:pt x="27061" y="42309"/>
                  </a:lnTo>
                  <a:lnTo>
                    <a:pt x="27061" y="52568"/>
                  </a:lnTo>
                  <a:lnTo>
                    <a:pt x="1" y="79628"/>
                  </a:lnTo>
                  <a:lnTo>
                    <a:pt x="223" y="79794"/>
                  </a:lnTo>
                  <a:lnTo>
                    <a:pt x="27061" y="52956"/>
                  </a:lnTo>
                  <a:lnTo>
                    <a:pt x="31497" y="48575"/>
                  </a:lnTo>
                  <a:lnTo>
                    <a:pt x="31497" y="46801"/>
                  </a:lnTo>
                  <a:lnTo>
                    <a:pt x="35933" y="42309"/>
                  </a:lnTo>
                  <a:lnTo>
                    <a:pt x="49851" y="42309"/>
                  </a:lnTo>
                  <a:lnTo>
                    <a:pt x="52014" y="40147"/>
                  </a:lnTo>
                  <a:lnTo>
                    <a:pt x="45027" y="33382"/>
                  </a:lnTo>
                  <a:lnTo>
                    <a:pt x="45027" y="24731"/>
                  </a:lnTo>
                  <a:lnTo>
                    <a:pt x="69536" y="222"/>
                  </a:lnTo>
                  <a:lnTo>
                    <a:pt x="69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" name="Google Shape;150;p25"/>
            <p:cNvGrpSpPr/>
            <p:nvPr/>
          </p:nvGrpSpPr>
          <p:grpSpPr>
            <a:xfrm>
              <a:off x="6851241" y="3872805"/>
              <a:ext cx="740238" cy="365351"/>
              <a:chOff x="7070753" y="3796525"/>
              <a:chExt cx="690971" cy="341036"/>
            </a:xfrm>
          </p:grpSpPr>
          <p:sp>
            <p:nvSpPr>
              <p:cNvPr id="151" name="Google Shape;151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0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222" y="1276"/>
                    </a:lnTo>
                    <a:lnTo>
                      <a:pt x="1276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7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6" y="1109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5"/>
              <p:cNvSpPr/>
              <p:nvPr/>
            </p:nvSpPr>
            <p:spPr>
              <a:xfrm>
                <a:off x="7070753" y="3796525"/>
                <a:ext cx="107772" cy="103241"/>
              </a:xfrm>
              <a:custGeom>
                <a:rect b="b" l="l" r="r" t="t"/>
                <a:pathLst>
                  <a:path extrusionOk="0" h="1276" w="1332">
                    <a:moveTo>
                      <a:pt x="1109" y="1"/>
                    </a:moveTo>
                    <a:lnTo>
                      <a:pt x="0" y="1110"/>
                    </a:lnTo>
                    <a:lnTo>
                      <a:pt x="222" y="1276"/>
                    </a:lnTo>
                    <a:lnTo>
                      <a:pt x="1331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5"/>
              <p:cNvSpPr/>
              <p:nvPr/>
            </p:nvSpPr>
            <p:spPr>
              <a:xfrm>
                <a:off x="7075203" y="3796525"/>
                <a:ext cx="103322" cy="103241"/>
              </a:xfrm>
              <a:custGeom>
                <a:rect b="b" l="l" r="r" t="t"/>
                <a:pathLst>
                  <a:path extrusionOk="0" h="1276" w="1277">
                    <a:moveTo>
                      <a:pt x="167" y="1"/>
                    </a:moveTo>
                    <a:lnTo>
                      <a:pt x="1" y="167"/>
                    </a:lnTo>
                    <a:lnTo>
                      <a:pt x="1110" y="1276"/>
                    </a:lnTo>
                    <a:lnTo>
                      <a:pt x="1276" y="1110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1"/>
                    </a:moveTo>
                    <a:lnTo>
                      <a:pt x="0" y="1110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1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1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25"/>
            <p:cNvGrpSpPr/>
            <p:nvPr/>
          </p:nvGrpSpPr>
          <p:grpSpPr>
            <a:xfrm>
              <a:off x="5052941" y="-1007875"/>
              <a:ext cx="3372033" cy="3579622"/>
              <a:chOff x="6474042" y="-61911"/>
              <a:chExt cx="4446246" cy="4719966"/>
            </a:xfrm>
          </p:grpSpPr>
          <p:sp>
            <p:nvSpPr>
              <p:cNvPr id="160" name="Google Shape;160;p25"/>
              <p:cNvSpPr/>
              <p:nvPr/>
            </p:nvSpPr>
            <p:spPr>
              <a:xfrm>
                <a:off x="10722788" y="3477982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109" y="1"/>
                    </a:moveTo>
                    <a:lnTo>
                      <a:pt x="0" y="1110"/>
                    </a:lnTo>
                    <a:lnTo>
                      <a:pt x="0" y="3938"/>
                    </a:lnTo>
                    <a:lnTo>
                      <a:pt x="0" y="6710"/>
                    </a:lnTo>
                    <a:lnTo>
                      <a:pt x="1109" y="7819"/>
                    </a:lnTo>
                    <a:lnTo>
                      <a:pt x="1109" y="3938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5"/>
              <p:cNvSpPr/>
              <p:nvPr/>
            </p:nvSpPr>
            <p:spPr>
              <a:xfrm>
                <a:off x="7286054" y="750183"/>
                <a:ext cx="444277" cy="444196"/>
              </a:xfrm>
              <a:custGeom>
                <a:rect b="b" l="l" r="r" t="t"/>
                <a:pathLst>
                  <a:path extrusionOk="0" h="5490" w="5491">
                    <a:moveTo>
                      <a:pt x="1" y="0"/>
                    </a:moveTo>
                    <a:lnTo>
                      <a:pt x="2774" y="2773"/>
                    </a:lnTo>
                    <a:lnTo>
                      <a:pt x="5491" y="5490"/>
                    </a:lnTo>
                    <a:lnTo>
                      <a:pt x="5491" y="3937"/>
                    </a:lnTo>
                    <a:lnTo>
                      <a:pt x="3550" y="1941"/>
                    </a:lnTo>
                    <a:lnTo>
                      <a:pt x="15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5"/>
              <p:cNvSpPr/>
              <p:nvPr/>
            </p:nvSpPr>
            <p:spPr>
              <a:xfrm>
                <a:off x="6474042" y="-61911"/>
                <a:ext cx="183989" cy="184070"/>
              </a:xfrm>
              <a:custGeom>
                <a:rect b="b" l="l" r="r" t="t"/>
                <a:pathLst>
                  <a:path extrusionOk="0" h="2275" w="2274">
                    <a:moveTo>
                      <a:pt x="1165" y="611"/>
                    </a:moveTo>
                    <a:cubicBezTo>
                      <a:pt x="1442" y="611"/>
                      <a:pt x="1664" y="832"/>
                      <a:pt x="1719" y="1165"/>
                    </a:cubicBezTo>
                    <a:cubicBezTo>
                      <a:pt x="1719" y="1442"/>
                      <a:pt x="1442" y="1664"/>
                      <a:pt x="1165" y="1664"/>
                    </a:cubicBezTo>
                    <a:cubicBezTo>
                      <a:pt x="832" y="1664"/>
                      <a:pt x="610" y="1442"/>
                      <a:pt x="610" y="1165"/>
                    </a:cubicBezTo>
                    <a:cubicBezTo>
                      <a:pt x="610" y="832"/>
                      <a:pt x="832" y="611"/>
                      <a:pt x="1165" y="611"/>
                    </a:cubicBezTo>
                    <a:close/>
                    <a:moveTo>
                      <a:pt x="1165" y="1"/>
                    </a:moveTo>
                    <a:cubicBezTo>
                      <a:pt x="499" y="1"/>
                      <a:pt x="0" y="500"/>
                      <a:pt x="0" y="1165"/>
                    </a:cubicBezTo>
                    <a:cubicBezTo>
                      <a:pt x="0" y="1775"/>
                      <a:pt x="499" y="2274"/>
                      <a:pt x="1165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5"/>
              <p:cNvSpPr/>
              <p:nvPr/>
            </p:nvSpPr>
            <p:spPr>
              <a:xfrm>
                <a:off x="10704825" y="4473337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5"/>
              <p:cNvSpPr/>
              <p:nvPr/>
            </p:nvSpPr>
            <p:spPr>
              <a:xfrm>
                <a:off x="6590714" y="63742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388" y="0"/>
                    </a:moveTo>
                    <a:lnTo>
                      <a:pt x="0" y="388"/>
                    </a:lnTo>
                    <a:lnTo>
                      <a:pt x="16857" y="17245"/>
                    </a:lnTo>
                    <a:lnTo>
                      <a:pt x="16913" y="17356"/>
                    </a:lnTo>
                    <a:lnTo>
                      <a:pt x="29445" y="17356"/>
                    </a:lnTo>
                    <a:lnTo>
                      <a:pt x="52069" y="39980"/>
                    </a:lnTo>
                    <a:lnTo>
                      <a:pt x="52069" y="54786"/>
                    </a:lnTo>
                    <a:lnTo>
                      <a:pt x="52678" y="54786"/>
                    </a:lnTo>
                    <a:lnTo>
                      <a:pt x="52678" y="39759"/>
                    </a:lnTo>
                    <a:lnTo>
                      <a:pt x="29777" y="16857"/>
                    </a:lnTo>
                    <a:lnTo>
                      <a:pt x="29666" y="16746"/>
                    </a:lnTo>
                    <a:lnTo>
                      <a:pt x="17190" y="16746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5" name="Google Shape;165;p25"/>
            <p:cNvSpPr/>
            <p:nvPr/>
          </p:nvSpPr>
          <p:spPr>
            <a:xfrm>
              <a:off x="7522237" y="-209327"/>
              <a:ext cx="1798786" cy="1791641"/>
            </a:xfrm>
            <a:custGeom>
              <a:rect b="b" l="l" r="r" t="t"/>
              <a:pathLst>
                <a:path extrusionOk="0" h="13974" w="14030">
                  <a:moveTo>
                    <a:pt x="1" y="0"/>
                  </a:moveTo>
                  <a:lnTo>
                    <a:pt x="1" y="278"/>
                  </a:lnTo>
                  <a:lnTo>
                    <a:pt x="6211" y="278"/>
                  </a:lnTo>
                  <a:lnTo>
                    <a:pt x="13753" y="7819"/>
                  </a:lnTo>
                  <a:lnTo>
                    <a:pt x="13753" y="13974"/>
                  </a:lnTo>
                  <a:lnTo>
                    <a:pt x="14030" y="13974"/>
                  </a:lnTo>
                  <a:lnTo>
                    <a:pt x="14030" y="7763"/>
                  </a:lnTo>
                  <a:lnTo>
                    <a:pt x="6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" name="Google Shape;166;p25"/>
            <p:cNvGrpSpPr/>
            <p:nvPr/>
          </p:nvGrpSpPr>
          <p:grpSpPr>
            <a:xfrm>
              <a:off x="6066323" y="845916"/>
              <a:ext cx="3431384" cy="3617770"/>
              <a:chOff x="5563238" y="409147"/>
              <a:chExt cx="4473190" cy="4716164"/>
            </a:xfrm>
          </p:grpSpPr>
          <p:sp>
            <p:nvSpPr>
              <p:cNvPr id="167" name="Google Shape;167;p25"/>
              <p:cNvSpPr/>
              <p:nvPr/>
            </p:nvSpPr>
            <p:spPr>
              <a:xfrm>
                <a:off x="5670929" y="956503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" y="1"/>
                    </a:moveTo>
                    <a:lnTo>
                      <a:pt x="1" y="3883"/>
                    </a:lnTo>
                    <a:lnTo>
                      <a:pt x="1" y="7820"/>
                    </a:lnTo>
                    <a:lnTo>
                      <a:pt x="1110" y="6711"/>
                    </a:lnTo>
                    <a:lnTo>
                      <a:pt x="1110" y="3883"/>
                    </a:lnTo>
                    <a:lnTo>
                      <a:pt x="1110" y="111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5"/>
              <p:cNvSpPr/>
              <p:nvPr/>
            </p:nvSpPr>
            <p:spPr>
              <a:xfrm>
                <a:off x="8748664" y="3872823"/>
                <a:ext cx="448808" cy="444196"/>
              </a:xfrm>
              <a:custGeom>
                <a:rect b="b" l="l" r="r" t="t"/>
                <a:pathLst>
                  <a:path extrusionOk="0" h="5490" w="5547">
                    <a:moveTo>
                      <a:pt x="1" y="0"/>
                    </a:moveTo>
                    <a:lnTo>
                      <a:pt x="1" y="1553"/>
                    </a:lnTo>
                    <a:lnTo>
                      <a:pt x="1997" y="3549"/>
                    </a:lnTo>
                    <a:lnTo>
                      <a:pt x="3938" y="5490"/>
                    </a:lnTo>
                    <a:lnTo>
                      <a:pt x="5546" y="5490"/>
                    </a:lnTo>
                    <a:lnTo>
                      <a:pt x="2774" y="271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5"/>
              <p:cNvSpPr/>
              <p:nvPr/>
            </p:nvSpPr>
            <p:spPr>
              <a:xfrm>
                <a:off x="9820965" y="4940593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170" y="619"/>
                    </a:moveTo>
                    <a:cubicBezTo>
                      <a:pt x="1306" y="619"/>
                      <a:pt x="1445" y="668"/>
                      <a:pt x="1553" y="777"/>
                    </a:cubicBezTo>
                    <a:cubicBezTo>
                      <a:pt x="1886" y="1110"/>
                      <a:pt x="1609" y="1720"/>
                      <a:pt x="1165" y="1720"/>
                    </a:cubicBezTo>
                    <a:cubicBezTo>
                      <a:pt x="833" y="1664"/>
                      <a:pt x="611" y="1442"/>
                      <a:pt x="611" y="1165"/>
                    </a:cubicBezTo>
                    <a:cubicBezTo>
                      <a:pt x="611" y="829"/>
                      <a:pt x="887" y="619"/>
                      <a:pt x="1170" y="619"/>
                    </a:cubicBezTo>
                    <a:close/>
                    <a:moveTo>
                      <a:pt x="1165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837"/>
                      <a:pt x="553" y="2282"/>
                      <a:pt x="1134" y="2282"/>
                    </a:cubicBezTo>
                    <a:cubicBezTo>
                      <a:pt x="1417" y="2282"/>
                      <a:pt x="1706" y="2177"/>
                      <a:pt x="1942" y="1941"/>
                    </a:cubicBezTo>
                    <a:cubicBezTo>
                      <a:pt x="2662" y="1221"/>
                      <a:pt x="2163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5"/>
              <p:cNvSpPr/>
              <p:nvPr/>
            </p:nvSpPr>
            <p:spPr>
              <a:xfrm>
                <a:off x="5563238" y="409147"/>
                <a:ext cx="184070" cy="184070"/>
              </a:xfrm>
              <a:custGeom>
                <a:rect b="b" l="l" r="r" t="t"/>
                <a:pathLst>
                  <a:path extrusionOk="0" h="2275" w="2275">
                    <a:moveTo>
                      <a:pt x="1110" y="611"/>
                    </a:moveTo>
                    <a:cubicBezTo>
                      <a:pt x="1443" y="611"/>
                      <a:pt x="1664" y="833"/>
                      <a:pt x="1664" y="1165"/>
                    </a:cubicBezTo>
                    <a:cubicBezTo>
                      <a:pt x="1664" y="1443"/>
                      <a:pt x="1443" y="1664"/>
                      <a:pt x="1110" y="1664"/>
                    </a:cubicBezTo>
                    <a:cubicBezTo>
                      <a:pt x="833" y="1664"/>
                      <a:pt x="611" y="1443"/>
                      <a:pt x="611" y="1165"/>
                    </a:cubicBezTo>
                    <a:cubicBezTo>
                      <a:pt x="611" y="833"/>
                      <a:pt x="833" y="611"/>
                      <a:pt x="1110" y="611"/>
                    </a:cubicBezTo>
                    <a:close/>
                    <a:moveTo>
                      <a:pt x="1110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775"/>
                      <a:pt x="500" y="2274"/>
                      <a:pt x="1110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5"/>
              <p:cNvSpPr/>
              <p:nvPr/>
            </p:nvSpPr>
            <p:spPr>
              <a:xfrm>
                <a:off x="5630555" y="570724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1" y="0"/>
                    </a:moveTo>
                    <a:lnTo>
                      <a:pt x="1" y="15027"/>
                    </a:lnTo>
                    <a:lnTo>
                      <a:pt x="22902" y="37929"/>
                    </a:lnTo>
                    <a:lnTo>
                      <a:pt x="22957" y="38040"/>
                    </a:lnTo>
                    <a:lnTo>
                      <a:pt x="35489" y="38040"/>
                    </a:lnTo>
                    <a:lnTo>
                      <a:pt x="52235" y="54786"/>
                    </a:lnTo>
                    <a:lnTo>
                      <a:pt x="52679" y="54398"/>
                    </a:lnTo>
                    <a:lnTo>
                      <a:pt x="35822" y="37541"/>
                    </a:lnTo>
                    <a:lnTo>
                      <a:pt x="35711" y="37430"/>
                    </a:lnTo>
                    <a:lnTo>
                      <a:pt x="23235" y="37430"/>
                    </a:lnTo>
                    <a:lnTo>
                      <a:pt x="611" y="14806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5"/>
              <p:cNvSpPr/>
              <p:nvPr/>
            </p:nvSpPr>
            <p:spPr>
              <a:xfrm>
                <a:off x="6043358" y="2181400"/>
                <a:ext cx="1135167" cy="1130636"/>
              </a:xfrm>
              <a:custGeom>
                <a:rect b="b" l="l" r="r" t="t"/>
                <a:pathLst>
                  <a:path extrusionOk="0" h="13974" w="14030">
                    <a:moveTo>
                      <a:pt x="0" y="0"/>
                    </a:moveTo>
                    <a:lnTo>
                      <a:pt x="0" y="6211"/>
                    </a:lnTo>
                    <a:lnTo>
                      <a:pt x="7708" y="13974"/>
                    </a:lnTo>
                    <a:lnTo>
                      <a:pt x="14029" y="13974"/>
                    </a:lnTo>
                    <a:lnTo>
                      <a:pt x="14029" y="13697"/>
                    </a:lnTo>
                    <a:lnTo>
                      <a:pt x="7819" y="13697"/>
                    </a:lnTo>
                    <a:lnTo>
                      <a:pt x="222" y="6155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25"/>
            <p:cNvGrpSpPr/>
            <p:nvPr/>
          </p:nvGrpSpPr>
          <p:grpSpPr>
            <a:xfrm>
              <a:off x="7031838" y="1257845"/>
              <a:ext cx="287456" cy="287456"/>
              <a:chOff x="9708823" y="3047299"/>
              <a:chExt cx="188520" cy="188520"/>
            </a:xfrm>
          </p:grpSpPr>
          <p:sp>
            <p:nvSpPr>
              <p:cNvPr id="174" name="Google Shape;174;p25"/>
              <p:cNvSpPr/>
              <p:nvPr/>
            </p:nvSpPr>
            <p:spPr>
              <a:xfrm>
                <a:off x="9789572" y="3047299"/>
                <a:ext cx="31474" cy="188520"/>
              </a:xfrm>
              <a:custGeom>
                <a:rect b="b" l="l" r="r" t="t"/>
                <a:pathLst>
                  <a:path extrusionOk="0" h="2330" w="389">
                    <a:moveTo>
                      <a:pt x="1" y="0"/>
                    </a:moveTo>
                    <a:lnTo>
                      <a:pt x="1" y="2329"/>
                    </a:lnTo>
                    <a:lnTo>
                      <a:pt x="389" y="2329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5"/>
              <p:cNvSpPr/>
              <p:nvPr/>
            </p:nvSpPr>
            <p:spPr>
              <a:xfrm>
                <a:off x="9708823" y="3128047"/>
                <a:ext cx="188520" cy="27024"/>
              </a:xfrm>
              <a:custGeom>
                <a:rect b="b" l="l" r="r" t="t"/>
                <a:pathLst>
                  <a:path extrusionOk="0" h="334" w="2330">
                    <a:moveTo>
                      <a:pt x="1" y="0"/>
                    </a:moveTo>
                    <a:lnTo>
                      <a:pt x="1" y="333"/>
                    </a:lnTo>
                    <a:lnTo>
                      <a:pt x="2329" y="333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25"/>
            <p:cNvGrpSpPr/>
            <p:nvPr/>
          </p:nvGrpSpPr>
          <p:grpSpPr>
            <a:xfrm>
              <a:off x="8049231" y="4543486"/>
              <a:ext cx="744776" cy="130184"/>
              <a:chOff x="8829494" y="3047299"/>
              <a:chExt cx="744776" cy="130184"/>
            </a:xfrm>
          </p:grpSpPr>
          <p:sp>
            <p:nvSpPr>
              <p:cNvPr id="177" name="Google Shape;177;p25"/>
              <p:cNvSpPr/>
              <p:nvPr/>
            </p:nvSpPr>
            <p:spPr>
              <a:xfrm>
                <a:off x="9390281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5"/>
              <p:cNvSpPr/>
              <p:nvPr/>
            </p:nvSpPr>
            <p:spPr>
              <a:xfrm>
                <a:off x="9246746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5"/>
              <p:cNvSpPr/>
              <p:nvPr/>
            </p:nvSpPr>
            <p:spPr>
              <a:xfrm>
                <a:off x="9107662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5"/>
              <p:cNvSpPr/>
              <p:nvPr/>
            </p:nvSpPr>
            <p:spPr>
              <a:xfrm>
                <a:off x="8968578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5"/>
              <p:cNvSpPr/>
              <p:nvPr/>
            </p:nvSpPr>
            <p:spPr>
              <a:xfrm>
                <a:off x="8829494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25"/>
            <p:cNvGrpSpPr/>
            <p:nvPr/>
          </p:nvGrpSpPr>
          <p:grpSpPr>
            <a:xfrm>
              <a:off x="5025311" y="4581842"/>
              <a:ext cx="653177" cy="53475"/>
              <a:chOff x="8407710" y="3361310"/>
              <a:chExt cx="713464" cy="58417"/>
            </a:xfrm>
          </p:grpSpPr>
          <p:sp>
            <p:nvSpPr>
              <p:cNvPr id="183" name="Google Shape;183;p25"/>
              <p:cNvSpPr/>
              <p:nvPr/>
            </p:nvSpPr>
            <p:spPr>
              <a:xfrm>
                <a:off x="8766626" y="3361310"/>
                <a:ext cx="354548" cy="58417"/>
              </a:xfrm>
              <a:custGeom>
                <a:rect b="b" l="l" r="r" t="t"/>
                <a:pathLst>
                  <a:path extrusionOk="0" h="722" w="4382">
                    <a:moveTo>
                      <a:pt x="1" y="1"/>
                    </a:moveTo>
                    <a:lnTo>
                      <a:pt x="1" y="722"/>
                    </a:lnTo>
                    <a:lnTo>
                      <a:pt x="4381" y="722"/>
                    </a:lnTo>
                    <a:lnTo>
                      <a:pt x="43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5"/>
              <p:cNvSpPr/>
              <p:nvPr/>
            </p:nvSpPr>
            <p:spPr>
              <a:xfrm>
                <a:off x="8519851" y="3361310"/>
                <a:ext cx="175089" cy="58417"/>
              </a:xfrm>
              <a:custGeom>
                <a:rect b="b" l="l" r="r" t="t"/>
                <a:pathLst>
                  <a:path extrusionOk="0" h="722" w="2164">
                    <a:moveTo>
                      <a:pt x="1" y="1"/>
                    </a:moveTo>
                    <a:lnTo>
                      <a:pt x="1" y="722"/>
                    </a:lnTo>
                    <a:lnTo>
                      <a:pt x="2164" y="722"/>
                    </a:lnTo>
                    <a:lnTo>
                      <a:pt x="21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5"/>
              <p:cNvSpPr/>
              <p:nvPr/>
            </p:nvSpPr>
            <p:spPr>
              <a:xfrm>
                <a:off x="8407710" y="3361310"/>
                <a:ext cx="58417" cy="58417"/>
              </a:xfrm>
              <a:custGeom>
                <a:rect b="b" l="l" r="r" t="t"/>
                <a:pathLst>
                  <a:path extrusionOk="0" h="722" w="722">
                    <a:moveTo>
                      <a:pt x="1" y="1"/>
                    </a:moveTo>
                    <a:lnTo>
                      <a:pt x="1" y="722"/>
                    </a:lnTo>
                    <a:lnTo>
                      <a:pt x="722" y="722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25"/>
            <p:cNvGrpSpPr/>
            <p:nvPr/>
          </p:nvGrpSpPr>
          <p:grpSpPr>
            <a:xfrm>
              <a:off x="7515400" y="2572981"/>
              <a:ext cx="2523342" cy="810715"/>
              <a:chOff x="7683442" y="2402007"/>
              <a:chExt cx="2595230" cy="833811"/>
            </a:xfrm>
          </p:grpSpPr>
          <p:sp>
            <p:nvSpPr>
              <p:cNvPr id="187" name="Google Shape;187;p25"/>
              <p:cNvSpPr/>
              <p:nvPr/>
            </p:nvSpPr>
            <p:spPr>
              <a:xfrm>
                <a:off x="7810998" y="2504392"/>
                <a:ext cx="2467674" cy="731426"/>
              </a:xfrm>
              <a:custGeom>
                <a:rect b="b" l="l" r="r" t="t"/>
                <a:pathLst>
                  <a:path extrusionOk="0" h="9040" w="30499">
                    <a:moveTo>
                      <a:pt x="278" y="1"/>
                    </a:moveTo>
                    <a:lnTo>
                      <a:pt x="1" y="278"/>
                    </a:lnTo>
                    <a:lnTo>
                      <a:pt x="3383" y="3660"/>
                    </a:lnTo>
                    <a:lnTo>
                      <a:pt x="24898" y="3660"/>
                    </a:lnTo>
                    <a:lnTo>
                      <a:pt x="30222" y="9039"/>
                    </a:lnTo>
                    <a:lnTo>
                      <a:pt x="30499" y="8762"/>
                    </a:lnTo>
                    <a:lnTo>
                      <a:pt x="25065" y="3272"/>
                    </a:lnTo>
                    <a:lnTo>
                      <a:pt x="3550" y="3272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5"/>
              <p:cNvSpPr/>
              <p:nvPr/>
            </p:nvSpPr>
            <p:spPr>
              <a:xfrm>
                <a:off x="7683442" y="2402007"/>
                <a:ext cx="163408" cy="140091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27"/>
          <p:cNvGrpSpPr/>
          <p:nvPr/>
        </p:nvGrpSpPr>
        <p:grpSpPr>
          <a:xfrm>
            <a:off x="-655997" y="3837819"/>
            <a:ext cx="4859943" cy="2698430"/>
            <a:chOff x="-788304" y="3837819"/>
            <a:chExt cx="4859943" cy="2698430"/>
          </a:xfrm>
        </p:grpSpPr>
        <p:sp>
          <p:nvSpPr>
            <p:cNvPr id="191" name="Google Shape;191;p27"/>
            <p:cNvSpPr/>
            <p:nvPr/>
          </p:nvSpPr>
          <p:spPr>
            <a:xfrm flipH="1">
              <a:off x="-788304" y="4174967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" name="Google Shape;192;p27"/>
            <p:cNvGrpSpPr/>
            <p:nvPr/>
          </p:nvGrpSpPr>
          <p:grpSpPr>
            <a:xfrm flipH="1">
              <a:off x="1320303" y="4461358"/>
              <a:ext cx="647438" cy="321825"/>
              <a:chOff x="7990044" y="3252744"/>
              <a:chExt cx="516875" cy="256925"/>
            </a:xfrm>
          </p:grpSpPr>
          <p:sp>
            <p:nvSpPr>
              <p:cNvPr id="193" name="Google Shape;193;p27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7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7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7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7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7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7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7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p27"/>
            <p:cNvGrpSpPr/>
            <p:nvPr/>
          </p:nvGrpSpPr>
          <p:grpSpPr>
            <a:xfrm rot="5400000">
              <a:off x="813121" y="3277731"/>
              <a:ext cx="2698430" cy="3818606"/>
              <a:chOff x="7726148" y="777978"/>
              <a:chExt cx="2698430" cy="3818606"/>
            </a:xfrm>
          </p:grpSpPr>
          <p:sp>
            <p:nvSpPr>
              <p:cNvPr id="202" name="Google Shape;202;p27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7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7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5" name="Google Shape;205;p27"/>
          <p:cNvGrpSpPr/>
          <p:nvPr/>
        </p:nvGrpSpPr>
        <p:grpSpPr>
          <a:xfrm flipH="1">
            <a:off x="5745067" y="-1801575"/>
            <a:ext cx="4054930" cy="3690696"/>
            <a:chOff x="-626842" y="-1801575"/>
            <a:chExt cx="4054930" cy="3690696"/>
          </a:xfrm>
        </p:grpSpPr>
        <p:sp>
          <p:nvSpPr>
            <p:cNvPr id="206" name="Google Shape;206;p27"/>
            <p:cNvSpPr/>
            <p:nvPr/>
          </p:nvSpPr>
          <p:spPr>
            <a:xfrm>
              <a:off x="-626842" y="-190870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7" name="Google Shape;207;p27"/>
            <p:cNvGrpSpPr/>
            <p:nvPr/>
          </p:nvGrpSpPr>
          <p:grpSpPr>
            <a:xfrm rot="10800000">
              <a:off x="388735" y="-1801575"/>
              <a:ext cx="3039353" cy="3203144"/>
              <a:chOff x="7797455" y="1505164"/>
              <a:chExt cx="3773251" cy="3976591"/>
            </a:xfrm>
          </p:grpSpPr>
          <p:sp>
            <p:nvSpPr>
              <p:cNvPr id="208" name="Google Shape;208;p27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7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7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27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27"/>
            <p:cNvGrpSpPr/>
            <p:nvPr/>
          </p:nvGrpSpPr>
          <p:grpSpPr>
            <a:xfrm>
              <a:off x="331330" y="1630180"/>
              <a:ext cx="258605" cy="258941"/>
              <a:chOff x="8925357" y="2817675"/>
              <a:chExt cx="258605" cy="258941"/>
            </a:xfrm>
          </p:grpSpPr>
          <p:sp>
            <p:nvSpPr>
              <p:cNvPr id="213" name="Google Shape;213;p27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27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5" name="Google Shape;215;p27"/>
          <p:cNvSpPr txBox="1"/>
          <p:nvPr>
            <p:ph type="title"/>
          </p:nvPr>
        </p:nvSpPr>
        <p:spPr>
          <a:xfrm>
            <a:off x="1478734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27"/>
          <p:cNvSpPr txBox="1"/>
          <p:nvPr>
            <p:ph idx="1" type="subTitle"/>
          </p:nvPr>
        </p:nvSpPr>
        <p:spPr>
          <a:xfrm>
            <a:off x="777784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17" name="Google Shape;217;p27"/>
          <p:cNvSpPr txBox="1"/>
          <p:nvPr>
            <p:ph idx="2" type="subTitle"/>
          </p:nvPr>
        </p:nvSpPr>
        <p:spPr>
          <a:xfrm>
            <a:off x="777784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3" type="title"/>
          </p:nvPr>
        </p:nvSpPr>
        <p:spPr>
          <a:xfrm>
            <a:off x="412904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9" name="Google Shape;219;p27"/>
          <p:cNvSpPr txBox="1"/>
          <p:nvPr>
            <p:ph idx="4" type="subTitle"/>
          </p:nvPr>
        </p:nvSpPr>
        <p:spPr>
          <a:xfrm>
            <a:off x="3428103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20" name="Google Shape;220;p27"/>
          <p:cNvSpPr txBox="1"/>
          <p:nvPr>
            <p:ph idx="5" type="subTitle"/>
          </p:nvPr>
        </p:nvSpPr>
        <p:spPr>
          <a:xfrm>
            <a:off x="3428103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6" type="title"/>
          </p:nvPr>
        </p:nvSpPr>
        <p:spPr>
          <a:xfrm>
            <a:off x="67793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7" type="subTitle"/>
          </p:nvPr>
        </p:nvSpPr>
        <p:spPr>
          <a:xfrm>
            <a:off x="6078416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23" name="Google Shape;223;p27"/>
          <p:cNvSpPr txBox="1"/>
          <p:nvPr>
            <p:ph idx="8" type="subTitle"/>
          </p:nvPr>
        </p:nvSpPr>
        <p:spPr>
          <a:xfrm>
            <a:off x="6078416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4" name="Google Shape;224;p27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7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29"/>
          <p:cNvGrpSpPr/>
          <p:nvPr/>
        </p:nvGrpSpPr>
        <p:grpSpPr>
          <a:xfrm>
            <a:off x="5604680" y="538591"/>
            <a:ext cx="6322114" cy="7255046"/>
            <a:chOff x="5604680" y="557027"/>
            <a:chExt cx="6322114" cy="7255046"/>
          </a:xfrm>
        </p:grpSpPr>
        <p:sp>
          <p:nvSpPr>
            <p:cNvPr id="227" name="Google Shape;227;p29"/>
            <p:cNvSpPr/>
            <p:nvPr/>
          </p:nvSpPr>
          <p:spPr>
            <a:xfrm flipH="1">
              <a:off x="5604680" y="557027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8" name="Google Shape;228;p29"/>
            <p:cNvGrpSpPr/>
            <p:nvPr/>
          </p:nvGrpSpPr>
          <p:grpSpPr>
            <a:xfrm flipH="1">
              <a:off x="8026531" y="1401565"/>
              <a:ext cx="2381712" cy="3328976"/>
              <a:chOff x="7655072" y="-407632"/>
              <a:chExt cx="2008528" cy="2807367"/>
            </a:xfrm>
          </p:grpSpPr>
          <p:sp>
            <p:nvSpPr>
              <p:cNvPr id="229" name="Google Shape;229;p29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29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29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9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29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29"/>
            <p:cNvGrpSpPr/>
            <p:nvPr/>
          </p:nvGrpSpPr>
          <p:grpSpPr>
            <a:xfrm flipH="1">
              <a:off x="8235374" y="641977"/>
              <a:ext cx="1029648" cy="1806572"/>
              <a:chOff x="455034" y="-121633"/>
              <a:chExt cx="629947" cy="1105275"/>
            </a:xfrm>
          </p:grpSpPr>
          <p:sp>
            <p:nvSpPr>
              <p:cNvPr id="235" name="Google Shape;235;p29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29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" name="Google Shape;237;p29"/>
            <p:cNvGrpSpPr/>
            <p:nvPr/>
          </p:nvGrpSpPr>
          <p:grpSpPr>
            <a:xfrm flipH="1">
              <a:off x="6862715" y="4692498"/>
              <a:ext cx="471865" cy="38050"/>
              <a:chOff x="6298452" y="2390050"/>
              <a:chExt cx="140725" cy="11350"/>
            </a:xfrm>
          </p:grpSpPr>
          <p:sp>
            <p:nvSpPr>
              <p:cNvPr id="238" name="Google Shape;238;p29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29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9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1" name="Google Shape;241;p29"/>
          <p:cNvGrpSpPr/>
          <p:nvPr/>
        </p:nvGrpSpPr>
        <p:grpSpPr>
          <a:xfrm>
            <a:off x="-2438675" y="1770046"/>
            <a:ext cx="6322101" cy="5677064"/>
            <a:chOff x="-2438675" y="1770046"/>
            <a:chExt cx="6322101" cy="5677064"/>
          </a:xfrm>
        </p:grpSpPr>
        <p:sp>
          <p:nvSpPr>
            <p:cNvPr id="242" name="Google Shape;242;p29"/>
            <p:cNvSpPr/>
            <p:nvPr/>
          </p:nvSpPr>
          <p:spPr>
            <a:xfrm>
              <a:off x="-2438675" y="1770046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3" name="Google Shape;243;p29"/>
            <p:cNvGrpSpPr/>
            <p:nvPr/>
          </p:nvGrpSpPr>
          <p:grpSpPr>
            <a:xfrm flipH="1" rot="-5400000">
              <a:off x="358472" y="2658178"/>
              <a:ext cx="618213" cy="306426"/>
              <a:chOff x="5989375" y="1843575"/>
              <a:chExt cx="136525" cy="67675"/>
            </a:xfrm>
          </p:grpSpPr>
          <p:sp>
            <p:nvSpPr>
              <p:cNvPr id="244" name="Google Shape;244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9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9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" name="Google Shape;252;p29"/>
            <p:cNvGrpSpPr/>
            <p:nvPr/>
          </p:nvGrpSpPr>
          <p:grpSpPr>
            <a:xfrm flipH="1">
              <a:off x="-408087" y="3405850"/>
              <a:ext cx="1228885" cy="2188720"/>
              <a:chOff x="8389396" y="1055350"/>
              <a:chExt cx="1228885" cy="2188720"/>
            </a:xfrm>
          </p:grpSpPr>
          <p:sp>
            <p:nvSpPr>
              <p:cNvPr id="253" name="Google Shape;253;p29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29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5" name="Google Shape;255;p29"/>
          <p:cNvSpPr txBox="1"/>
          <p:nvPr>
            <p:ph idx="1" type="body"/>
          </p:nvPr>
        </p:nvSpPr>
        <p:spPr>
          <a:xfrm>
            <a:off x="1370700" y="1401575"/>
            <a:ext cx="6402600" cy="26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256" name="Google Shape;256;p29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 column text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g361ad1c8480_0_384"/>
          <p:cNvGrpSpPr/>
          <p:nvPr/>
        </p:nvGrpSpPr>
        <p:grpSpPr>
          <a:xfrm>
            <a:off x="-1088076" y="-1000251"/>
            <a:ext cx="3803738" cy="4516378"/>
            <a:chOff x="-1060422" y="-1000251"/>
            <a:chExt cx="3803738" cy="4516378"/>
          </a:xfrm>
        </p:grpSpPr>
        <p:sp>
          <p:nvSpPr>
            <p:cNvPr id="259" name="Google Shape;259;g361ad1c8480_0_384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0" name="Google Shape;260;g361ad1c8480_0_384"/>
            <p:cNvGrpSpPr/>
            <p:nvPr/>
          </p:nvGrpSpPr>
          <p:grpSpPr>
            <a:xfrm>
              <a:off x="945462" y="736364"/>
              <a:ext cx="219510" cy="219124"/>
              <a:chOff x="1466575" y="2391250"/>
              <a:chExt cx="59575" cy="59475"/>
            </a:xfrm>
          </p:grpSpPr>
          <p:sp>
            <p:nvSpPr>
              <p:cNvPr id="261" name="Google Shape;261;g361ad1c8480_0_384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g361ad1c8480_0_384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" name="Google Shape;263;g361ad1c8480_0_384"/>
            <p:cNvGrpSpPr/>
            <p:nvPr/>
          </p:nvGrpSpPr>
          <p:grpSpPr>
            <a:xfrm>
              <a:off x="-384165" y="-1000251"/>
              <a:ext cx="3127481" cy="4516378"/>
              <a:chOff x="278244" y="-184324"/>
              <a:chExt cx="2358228" cy="3405503"/>
            </a:xfrm>
          </p:grpSpPr>
          <p:grpSp>
            <p:nvGrpSpPr>
              <p:cNvPr id="264" name="Google Shape;264;g361ad1c8480_0_384"/>
              <p:cNvGrpSpPr/>
              <p:nvPr/>
            </p:nvGrpSpPr>
            <p:grpSpPr>
              <a:xfrm>
                <a:off x="278244" y="-184324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65" name="Google Shape;265;g361ad1c8480_0_384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g361ad1c8480_0_384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g361ad1c8480_0_384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Google Shape;268;g361ad1c8480_0_384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g361ad1c8480_0_384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70" name="Google Shape;270;g361ad1c8480_0_384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1" name="Google Shape;271;g361ad1c8480_0_384"/>
          <p:cNvGrpSpPr/>
          <p:nvPr/>
        </p:nvGrpSpPr>
        <p:grpSpPr>
          <a:xfrm>
            <a:off x="265778" y="4373866"/>
            <a:ext cx="4306225" cy="2966903"/>
            <a:chOff x="293431" y="4373866"/>
            <a:chExt cx="4306225" cy="2966903"/>
          </a:xfrm>
        </p:grpSpPr>
        <p:grpSp>
          <p:nvGrpSpPr>
            <p:cNvPr id="272" name="Google Shape;272;g361ad1c8480_0_384"/>
            <p:cNvGrpSpPr/>
            <p:nvPr/>
          </p:nvGrpSpPr>
          <p:grpSpPr>
            <a:xfrm>
              <a:off x="3565699" y="4429964"/>
              <a:ext cx="801674" cy="397824"/>
              <a:chOff x="1622300" y="2291700"/>
              <a:chExt cx="118800" cy="58950"/>
            </a:xfrm>
          </p:grpSpPr>
          <p:sp>
            <p:nvSpPr>
              <p:cNvPr id="273" name="Google Shape;273;g361ad1c8480_0_384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g361ad1c8480_0_384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g361ad1c8480_0_38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g361ad1c8480_0_38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g361ad1c8480_0_38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g361ad1c8480_0_38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g361ad1c8480_0_384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g361ad1c8480_0_384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1" name="Google Shape;281;g361ad1c8480_0_384"/>
            <p:cNvGrpSpPr/>
            <p:nvPr/>
          </p:nvGrpSpPr>
          <p:grpSpPr>
            <a:xfrm flipH="1" rot="5400000">
              <a:off x="963092" y="3704205"/>
              <a:ext cx="2966903" cy="4306225"/>
              <a:chOff x="6769513" y="299393"/>
              <a:chExt cx="1308620" cy="1899526"/>
            </a:xfrm>
          </p:grpSpPr>
          <p:sp>
            <p:nvSpPr>
              <p:cNvPr id="282" name="Google Shape;282;g361ad1c8480_0_384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g361ad1c8480_0_384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g361ad1c8480_0_384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g361ad1c8480_0_384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g361ad1c8480_0_384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g361ad1c8480_0_384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8" name="Google Shape;288;g361ad1c8480_0_384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9" name="Google Shape;289;g361ad1c8480_0_384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30"/>
          <p:cNvGrpSpPr/>
          <p:nvPr/>
        </p:nvGrpSpPr>
        <p:grpSpPr>
          <a:xfrm>
            <a:off x="6302380" y="-753973"/>
            <a:ext cx="4838247" cy="8737197"/>
            <a:chOff x="6149980" y="-753973"/>
            <a:chExt cx="4838247" cy="8737197"/>
          </a:xfrm>
        </p:grpSpPr>
        <p:sp>
          <p:nvSpPr>
            <p:cNvPr id="292" name="Google Shape;292;p30"/>
            <p:cNvSpPr/>
            <p:nvPr/>
          </p:nvSpPr>
          <p:spPr>
            <a:xfrm rot="10800000">
              <a:off x="6501374" y="2350375"/>
              <a:ext cx="4486853" cy="296661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3" name="Google Shape;293;p30"/>
            <p:cNvGrpSpPr/>
            <p:nvPr/>
          </p:nvGrpSpPr>
          <p:grpSpPr>
            <a:xfrm flipH="1">
              <a:off x="7623943" y="2421824"/>
              <a:ext cx="300359" cy="299855"/>
              <a:chOff x="1466575" y="2391250"/>
              <a:chExt cx="59575" cy="59475"/>
            </a:xfrm>
          </p:grpSpPr>
          <p:sp>
            <p:nvSpPr>
              <p:cNvPr id="294" name="Google Shape;294;p30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0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6" name="Google Shape;296;p30"/>
            <p:cNvGrpSpPr/>
            <p:nvPr/>
          </p:nvGrpSpPr>
          <p:grpSpPr>
            <a:xfrm flipH="1">
              <a:off x="6149980" y="-661273"/>
              <a:ext cx="2817846" cy="4069237"/>
              <a:chOff x="278245" y="-184325"/>
              <a:chExt cx="2358228" cy="3405504"/>
            </a:xfrm>
          </p:grpSpPr>
          <p:grpSp>
            <p:nvGrpSpPr>
              <p:cNvPr id="297" name="Google Shape;297;p30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98" name="Google Shape;298;p30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" name="Google Shape;299;p30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" name="Google Shape;300;p30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" name="Google Shape;301;p30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" name="Google Shape;302;p30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03" name="Google Shape;303;p30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4" name="Google Shape;304;p30"/>
            <p:cNvSpPr/>
            <p:nvPr/>
          </p:nvSpPr>
          <p:spPr>
            <a:xfrm rot="10800000">
              <a:off x="8012311" y="-753973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" name="Google Shape;305;p30"/>
            <p:cNvGrpSpPr/>
            <p:nvPr/>
          </p:nvGrpSpPr>
          <p:grpSpPr>
            <a:xfrm>
              <a:off x="7560791" y="3580603"/>
              <a:ext cx="3173104" cy="4402621"/>
              <a:chOff x="2132995" y="960308"/>
              <a:chExt cx="496177" cy="688437"/>
            </a:xfrm>
          </p:grpSpPr>
          <p:sp>
            <p:nvSpPr>
              <p:cNvPr id="306" name="Google Shape;306;p30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0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0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0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0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1" name="Google Shape;311;p30"/>
          <p:cNvGrpSpPr/>
          <p:nvPr/>
        </p:nvGrpSpPr>
        <p:grpSpPr>
          <a:xfrm>
            <a:off x="-2749105" y="-2045482"/>
            <a:ext cx="6654696" cy="9234462"/>
            <a:chOff x="-2596705" y="-2045482"/>
            <a:chExt cx="6654696" cy="9234462"/>
          </a:xfrm>
        </p:grpSpPr>
        <p:grpSp>
          <p:nvGrpSpPr>
            <p:cNvPr id="312" name="Google Shape;312;p30"/>
            <p:cNvGrpSpPr/>
            <p:nvPr/>
          </p:nvGrpSpPr>
          <p:grpSpPr>
            <a:xfrm flipH="1">
              <a:off x="722369" y="491148"/>
              <a:ext cx="801674" cy="397824"/>
              <a:chOff x="1622300" y="2291700"/>
              <a:chExt cx="118800" cy="58950"/>
            </a:xfrm>
          </p:grpSpPr>
          <p:sp>
            <p:nvSpPr>
              <p:cNvPr id="313" name="Google Shape;313;p30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0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0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0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1" name="Google Shape;321;p30"/>
            <p:cNvSpPr/>
            <p:nvPr/>
          </p:nvSpPr>
          <p:spPr>
            <a:xfrm>
              <a:off x="-2596705" y="-1246603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2" name="Google Shape;322;p30"/>
            <p:cNvGrpSpPr/>
            <p:nvPr/>
          </p:nvGrpSpPr>
          <p:grpSpPr>
            <a:xfrm rot="10800000">
              <a:off x="-1185762" y="-2045482"/>
              <a:ext cx="2901864" cy="4211820"/>
              <a:chOff x="6769513" y="299393"/>
              <a:chExt cx="1308620" cy="1899526"/>
            </a:xfrm>
          </p:grpSpPr>
          <p:sp>
            <p:nvSpPr>
              <p:cNvPr id="323" name="Google Shape;323;p30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0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0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0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0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0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9" name="Google Shape;329;p30"/>
            <p:cNvSpPr/>
            <p:nvPr/>
          </p:nvSpPr>
          <p:spPr>
            <a:xfrm rot="10800000">
              <a:off x="1102163" y="4774798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0" name="Google Shape;330;p30"/>
            <p:cNvGrpSpPr/>
            <p:nvPr/>
          </p:nvGrpSpPr>
          <p:grpSpPr>
            <a:xfrm flipH="1">
              <a:off x="-1973878" y="2737381"/>
              <a:ext cx="3265346" cy="3441180"/>
              <a:chOff x="2011428" y="602777"/>
              <a:chExt cx="774292" cy="815987"/>
            </a:xfrm>
          </p:grpSpPr>
          <p:sp>
            <p:nvSpPr>
              <p:cNvPr id="331" name="Google Shape;331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7" name="Google Shape;337;p30"/>
            <p:cNvGrpSpPr/>
            <p:nvPr/>
          </p:nvGrpSpPr>
          <p:grpSpPr>
            <a:xfrm rot="-5400000">
              <a:off x="-1256153" y="3835717"/>
              <a:ext cx="3265346" cy="3441180"/>
              <a:chOff x="2011428" y="602777"/>
              <a:chExt cx="774292" cy="815987"/>
            </a:xfrm>
          </p:grpSpPr>
          <p:sp>
            <p:nvSpPr>
              <p:cNvPr id="338" name="Google Shape;338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4" name="Google Shape;344;p30"/>
          <p:cNvSpPr txBox="1"/>
          <p:nvPr>
            <p:ph type="title"/>
          </p:nvPr>
        </p:nvSpPr>
        <p:spPr>
          <a:xfrm>
            <a:off x="2646000" y="491162"/>
            <a:ext cx="38520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1" type="subTitle"/>
          </p:nvPr>
        </p:nvSpPr>
        <p:spPr>
          <a:xfrm>
            <a:off x="2646000" y="1407566"/>
            <a:ext cx="38520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46" name="Google Shape;346;p30"/>
          <p:cNvSpPr txBox="1"/>
          <p:nvPr/>
        </p:nvSpPr>
        <p:spPr>
          <a:xfrm>
            <a:off x="2779350" y="3548507"/>
            <a:ext cx="35853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6"/>
          <p:cNvGrpSpPr/>
          <p:nvPr/>
        </p:nvGrpSpPr>
        <p:grpSpPr>
          <a:xfrm>
            <a:off x="-1088076" y="-1000252"/>
            <a:ext cx="3803739" cy="4516379"/>
            <a:chOff x="-1060422" y="-1000252"/>
            <a:chExt cx="3803739" cy="4516379"/>
          </a:xfrm>
        </p:grpSpPr>
        <p:sp>
          <p:nvSpPr>
            <p:cNvPr id="349" name="Google Shape;349;p26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" name="Google Shape;350;p26"/>
            <p:cNvGrpSpPr/>
            <p:nvPr/>
          </p:nvGrpSpPr>
          <p:grpSpPr>
            <a:xfrm>
              <a:off x="945461" y="736374"/>
              <a:ext cx="219510" cy="219124"/>
              <a:chOff x="1466575" y="2391250"/>
              <a:chExt cx="59575" cy="59475"/>
            </a:xfrm>
          </p:grpSpPr>
          <p:sp>
            <p:nvSpPr>
              <p:cNvPr id="351" name="Google Shape;351;p26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6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p26"/>
            <p:cNvGrpSpPr/>
            <p:nvPr/>
          </p:nvGrpSpPr>
          <p:grpSpPr>
            <a:xfrm>
              <a:off x="-384164" y="-1000252"/>
              <a:ext cx="3127481" cy="4516379"/>
              <a:chOff x="278245" y="-184325"/>
              <a:chExt cx="2358228" cy="3405504"/>
            </a:xfrm>
          </p:grpSpPr>
          <p:grpSp>
            <p:nvGrpSpPr>
              <p:cNvPr id="354" name="Google Shape;354;p26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355" name="Google Shape;355;p26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" name="Google Shape;356;p26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357;p26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58;p26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26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0" name="Google Shape;360;p26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1" name="Google Shape;361;p26"/>
          <p:cNvGrpSpPr/>
          <p:nvPr/>
        </p:nvGrpSpPr>
        <p:grpSpPr>
          <a:xfrm>
            <a:off x="265777" y="4373873"/>
            <a:ext cx="4306226" cy="2966902"/>
            <a:chOff x="293430" y="4373873"/>
            <a:chExt cx="4306226" cy="2966902"/>
          </a:xfrm>
        </p:grpSpPr>
        <p:grpSp>
          <p:nvGrpSpPr>
            <p:cNvPr id="362" name="Google Shape;362;p26"/>
            <p:cNvGrpSpPr/>
            <p:nvPr/>
          </p:nvGrpSpPr>
          <p:grpSpPr>
            <a:xfrm>
              <a:off x="3565695" y="4429961"/>
              <a:ext cx="801674" cy="397824"/>
              <a:chOff x="1622300" y="2291700"/>
              <a:chExt cx="118800" cy="58950"/>
            </a:xfrm>
          </p:grpSpPr>
          <p:sp>
            <p:nvSpPr>
              <p:cNvPr id="363" name="Google Shape;363;p26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26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6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26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26"/>
            <p:cNvGrpSpPr/>
            <p:nvPr/>
          </p:nvGrpSpPr>
          <p:grpSpPr>
            <a:xfrm flipH="1" rot="5400000">
              <a:off x="963092" y="3704211"/>
              <a:ext cx="2966902" cy="4306226"/>
              <a:chOff x="6769513" y="299393"/>
              <a:chExt cx="1308620" cy="1899526"/>
            </a:xfrm>
          </p:grpSpPr>
          <p:sp>
            <p:nvSpPr>
              <p:cNvPr id="372" name="Google Shape;372;p26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26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26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26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26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26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8" name="Google Shape;378;p26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9" name="Google Shape;379;p26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28"/>
          <p:cNvGrpSpPr/>
          <p:nvPr/>
        </p:nvGrpSpPr>
        <p:grpSpPr>
          <a:xfrm>
            <a:off x="5368428" y="-2371849"/>
            <a:ext cx="7166740" cy="6435526"/>
            <a:chOff x="5368428" y="-2371849"/>
            <a:chExt cx="7166740" cy="6435526"/>
          </a:xfrm>
        </p:grpSpPr>
        <p:sp>
          <p:nvSpPr>
            <p:cNvPr id="382" name="Google Shape;382;p28"/>
            <p:cNvSpPr/>
            <p:nvPr/>
          </p:nvSpPr>
          <p:spPr>
            <a:xfrm>
              <a:off x="5368428" y="-23718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3" name="Google Shape;383;p28"/>
            <p:cNvGrpSpPr/>
            <p:nvPr/>
          </p:nvGrpSpPr>
          <p:grpSpPr>
            <a:xfrm flipH="1" rot="-5400000">
              <a:off x="8268109" y="1815891"/>
              <a:ext cx="618213" cy="306426"/>
              <a:chOff x="5989375" y="1843575"/>
              <a:chExt cx="136525" cy="67675"/>
            </a:xfrm>
          </p:grpSpPr>
          <p:sp>
            <p:nvSpPr>
              <p:cNvPr id="384" name="Google Shape;384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28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28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2" name="Google Shape;392;p28"/>
            <p:cNvGrpSpPr/>
            <p:nvPr/>
          </p:nvGrpSpPr>
          <p:grpSpPr>
            <a:xfrm>
              <a:off x="8375532" y="539146"/>
              <a:ext cx="1228885" cy="2188720"/>
              <a:chOff x="8389396" y="1055350"/>
              <a:chExt cx="1228885" cy="2188720"/>
            </a:xfrm>
          </p:grpSpPr>
          <p:sp>
            <p:nvSpPr>
              <p:cNvPr id="393" name="Google Shape;393;p28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28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5" name="Google Shape;395;p28"/>
          <p:cNvGrpSpPr/>
          <p:nvPr/>
        </p:nvGrpSpPr>
        <p:grpSpPr>
          <a:xfrm>
            <a:off x="-2504900" y="387590"/>
            <a:ext cx="6322114" cy="7873283"/>
            <a:chOff x="-2504900" y="387590"/>
            <a:chExt cx="6322114" cy="7873283"/>
          </a:xfrm>
        </p:grpSpPr>
        <p:grpSp>
          <p:nvGrpSpPr>
            <p:cNvPr id="396" name="Google Shape;396;p28"/>
            <p:cNvGrpSpPr/>
            <p:nvPr/>
          </p:nvGrpSpPr>
          <p:grpSpPr>
            <a:xfrm>
              <a:off x="827762" y="4158773"/>
              <a:ext cx="471865" cy="38050"/>
              <a:chOff x="6298452" y="2390050"/>
              <a:chExt cx="140725" cy="11350"/>
            </a:xfrm>
          </p:grpSpPr>
          <p:sp>
            <p:nvSpPr>
              <p:cNvPr id="397" name="Google Shape;397;p28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28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28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28"/>
            <p:cNvGrpSpPr/>
            <p:nvPr/>
          </p:nvGrpSpPr>
          <p:grpSpPr>
            <a:xfrm>
              <a:off x="-2504900" y="387590"/>
              <a:ext cx="6322114" cy="7873283"/>
              <a:chOff x="-2504900" y="387590"/>
              <a:chExt cx="6322114" cy="7873283"/>
            </a:xfrm>
          </p:grpSpPr>
          <p:grpSp>
            <p:nvGrpSpPr>
              <p:cNvPr id="401" name="Google Shape;401;p28"/>
              <p:cNvGrpSpPr/>
              <p:nvPr/>
            </p:nvGrpSpPr>
            <p:grpSpPr>
              <a:xfrm>
                <a:off x="-1553565" y="387590"/>
                <a:ext cx="2381712" cy="3328976"/>
                <a:chOff x="7655072" y="-407632"/>
                <a:chExt cx="2008528" cy="2807367"/>
              </a:xfrm>
            </p:grpSpPr>
            <p:sp>
              <p:nvSpPr>
                <p:cNvPr id="402" name="Google Shape;402;p28"/>
                <p:cNvSpPr/>
                <p:nvPr/>
              </p:nvSpPr>
              <p:spPr>
                <a:xfrm>
                  <a:off x="7685059" y="-336851"/>
                  <a:ext cx="1930325" cy="2689498"/>
                </a:xfrm>
                <a:custGeom>
                  <a:rect b="b" l="l" r="r" t="t"/>
                  <a:pathLst>
                    <a:path extrusionOk="0" h="45293" w="32508">
                      <a:moveTo>
                        <a:pt x="0" y="1"/>
                      </a:moveTo>
                      <a:lnTo>
                        <a:pt x="0" y="8351"/>
                      </a:lnTo>
                      <a:lnTo>
                        <a:pt x="15447" y="8351"/>
                      </a:lnTo>
                      <a:lnTo>
                        <a:pt x="24998" y="17901"/>
                      </a:lnTo>
                      <a:lnTo>
                        <a:pt x="24998" y="38040"/>
                      </a:lnTo>
                      <a:lnTo>
                        <a:pt x="32251" y="45293"/>
                      </a:lnTo>
                      <a:lnTo>
                        <a:pt x="32507" y="45037"/>
                      </a:lnTo>
                      <a:lnTo>
                        <a:pt x="25358" y="37888"/>
                      </a:lnTo>
                      <a:lnTo>
                        <a:pt x="25358" y="17749"/>
                      </a:lnTo>
                      <a:lnTo>
                        <a:pt x="15651" y="8043"/>
                      </a:lnTo>
                      <a:lnTo>
                        <a:pt x="15595" y="7986"/>
                      </a:lnTo>
                      <a:lnTo>
                        <a:pt x="365" y="7986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" name="Google Shape;403;p28"/>
                <p:cNvSpPr/>
                <p:nvPr/>
              </p:nvSpPr>
              <p:spPr>
                <a:xfrm>
                  <a:off x="8734422" y="271200"/>
                  <a:ext cx="332350" cy="332528"/>
                </a:xfrm>
                <a:custGeom>
                  <a:rect b="b" l="l" r="r" t="t"/>
                  <a:pathLst>
                    <a:path extrusionOk="0" h="5600" w="5597">
                      <a:moveTo>
                        <a:pt x="1" y="0"/>
                      </a:moveTo>
                      <a:lnTo>
                        <a:pt x="1" y="1597"/>
                      </a:lnTo>
                      <a:lnTo>
                        <a:pt x="2002" y="3599"/>
                      </a:lnTo>
                      <a:lnTo>
                        <a:pt x="4004" y="5600"/>
                      </a:lnTo>
                      <a:lnTo>
                        <a:pt x="5597" y="5600"/>
                      </a:lnTo>
                      <a:lnTo>
                        <a:pt x="2799" y="280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" name="Google Shape;404;p28"/>
                <p:cNvSpPr/>
                <p:nvPr/>
              </p:nvSpPr>
              <p:spPr>
                <a:xfrm>
                  <a:off x="7655072" y="-407632"/>
                  <a:ext cx="81588" cy="81529"/>
                </a:xfrm>
                <a:custGeom>
                  <a:rect b="b" l="l" r="r" t="t"/>
                  <a:pathLst>
                    <a:path extrusionOk="0" h="1373" w="1374">
                      <a:moveTo>
                        <a:pt x="689" y="364"/>
                      </a:moveTo>
                      <a:cubicBezTo>
                        <a:pt x="866" y="364"/>
                        <a:pt x="1010" y="508"/>
                        <a:pt x="1014" y="684"/>
                      </a:cubicBezTo>
                      <a:cubicBezTo>
                        <a:pt x="1014" y="865"/>
                        <a:pt x="866" y="1009"/>
                        <a:pt x="689" y="1009"/>
                      </a:cubicBezTo>
                      <a:cubicBezTo>
                        <a:pt x="509" y="1009"/>
                        <a:pt x="365" y="865"/>
                        <a:pt x="365" y="684"/>
                      </a:cubicBezTo>
                      <a:cubicBezTo>
                        <a:pt x="365" y="508"/>
                        <a:pt x="509" y="364"/>
                        <a:pt x="689" y="364"/>
                      </a:cubicBezTo>
                      <a:close/>
                      <a:moveTo>
                        <a:pt x="689" y="0"/>
                      </a:moveTo>
                      <a:cubicBezTo>
                        <a:pt x="309" y="0"/>
                        <a:pt x="1" y="308"/>
                        <a:pt x="1" y="684"/>
                      </a:cubicBezTo>
                      <a:cubicBezTo>
                        <a:pt x="1" y="1065"/>
                        <a:pt x="309" y="1373"/>
                        <a:pt x="689" y="1373"/>
                      </a:cubicBezTo>
                      <a:cubicBezTo>
                        <a:pt x="1066" y="1373"/>
                        <a:pt x="1374" y="1065"/>
                        <a:pt x="1374" y="684"/>
                      </a:cubicBezTo>
                      <a:cubicBezTo>
                        <a:pt x="1374" y="308"/>
                        <a:pt x="1066" y="0"/>
                        <a:pt x="6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28"/>
                <p:cNvSpPr/>
                <p:nvPr/>
              </p:nvSpPr>
              <p:spPr>
                <a:xfrm>
                  <a:off x="9568236" y="2317969"/>
                  <a:ext cx="95364" cy="81766"/>
                </a:xfrm>
                <a:custGeom>
                  <a:rect b="b" l="l" r="r" t="t"/>
                  <a:pathLst>
                    <a:path extrusionOk="0" h="1377" w="1606">
                      <a:moveTo>
                        <a:pt x="917" y="364"/>
                      </a:moveTo>
                      <a:cubicBezTo>
                        <a:pt x="1097" y="364"/>
                        <a:pt x="1242" y="512"/>
                        <a:pt x="1242" y="688"/>
                      </a:cubicBezTo>
                      <a:cubicBezTo>
                        <a:pt x="1242" y="883"/>
                        <a:pt x="1082" y="1012"/>
                        <a:pt x="916" y="1012"/>
                      </a:cubicBezTo>
                      <a:cubicBezTo>
                        <a:pt x="837" y="1012"/>
                        <a:pt x="755" y="982"/>
                        <a:pt x="689" y="916"/>
                      </a:cubicBezTo>
                      <a:cubicBezTo>
                        <a:pt x="485" y="712"/>
                        <a:pt x="629" y="364"/>
                        <a:pt x="917" y="364"/>
                      </a:cubicBezTo>
                      <a:close/>
                      <a:moveTo>
                        <a:pt x="915" y="1"/>
                      </a:moveTo>
                      <a:cubicBezTo>
                        <a:pt x="746" y="1"/>
                        <a:pt x="573" y="63"/>
                        <a:pt x="433" y="203"/>
                      </a:cubicBezTo>
                      <a:cubicBezTo>
                        <a:pt x="1" y="636"/>
                        <a:pt x="309" y="1376"/>
                        <a:pt x="917" y="1376"/>
                      </a:cubicBezTo>
                      <a:cubicBezTo>
                        <a:pt x="1298" y="1372"/>
                        <a:pt x="1606" y="1068"/>
                        <a:pt x="1606" y="688"/>
                      </a:cubicBezTo>
                      <a:cubicBezTo>
                        <a:pt x="1606" y="274"/>
                        <a:pt x="1267" y="1"/>
                        <a:pt x="9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28"/>
                <p:cNvSpPr/>
                <p:nvPr/>
              </p:nvSpPr>
              <p:spPr>
                <a:xfrm>
                  <a:off x="7692897" y="-144282"/>
                  <a:ext cx="497783" cy="292387"/>
                </a:xfrm>
                <a:custGeom>
                  <a:rect b="b" l="l" r="r" t="t"/>
                  <a:pathLst>
                    <a:path extrusionOk="0" h="4924" w="8383">
                      <a:moveTo>
                        <a:pt x="100" y="0"/>
                      </a:moveTo>
                      <a:lnTo>
                        <a:pt x="0" y="104"/>
                      </a:lnTo>
                      <a:lnTo>
                        <a:pt x="2498" y="2598"/>
                      </a:lnTo>
                      <a:lnTo>
                        <a:pt x="5957" y="2598"/>
                      </a:lnTo>
                      <a:lnTo>
                        <a:pt x="8282" y="4924"/>
                      </a:lnTo>
                      <a:lnTo>
                        <a:pt x="8382" y="4820"/>
                      </a:lnTo>
                      <a:lnTo>
                        <a:pt x="6017" y="2454"/>
                      </a:lnTo>
                      <a:lnTo>
                        <a:pt x="2558" y="2454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7" name="Google Shape;407;p28"/>
              <p:cNvGrpSpPr/>
              <p:nvPr/>
            </p:nvGrpSpPr>
            <p:grpSpPr>
              <a:xfrm>
                <a:off x="-2504900" y="1005827"/>
                <a:ext cx="6322114" cy="7255046"/>
                <a:chOff x="-2504900" y="1005827"/>
                <a:chExt cx="6322114" cy="7255046"/>
              </a:xfrm>
            </p:grpSpPr>
            <p:sp>
              <p:nvSpPr>
                <p:cNvPr id="408" name="Google Shape;408;p28"/>
                <p:cNvSpPr/>
                <p:nvPr/>
              </p:nvSpPr>
              <p:spPr>
                <a:xfrm>
                  <a:off x="-2504900" y="1005827"/>
                  <a:ext cx="6322114" cy="7255046"/>
                </a:xfrm>
                <a:custGeom>
                  <a:rect b="b" l="l" r="r" t="t"/>
                  <a:pathLst>
                    <a:path extrusionOk="0" h="82432" w="71832">
                      <a:moveTo>
                        <a:pt x="205" y="1"/>
                      </a:moveTo>
                      <a:lnTo>
                        <a:pt x="1" y="205"/>
                      </a:lnTo>
                      <a:lnTo>
                        <a:pt x="27924" y="28129"/>
                      </a:lnTo>
                      <a:lnTo>
                        <a:pt x="27924" y="38728"/>
                      </a:lnTo>
                      <a:lnTo>
                        <a:pt x="36526" y="47330"/>
                      </a:lnTo>
                      <a:lnTo>
                        <a:pt x="45629" y="56433"/>
                      </a:lnTo>
                      <a:lnTo>
                        <a:pt x="71627" y="82431"/>
                      </a:lnTo>
                      <a:lnTo>
                        <a:pt x="71831" y="82227"/>
                      </a:lnTo>
                      <a:lnTo>
                        <a:pt x="46493" y="56889"/>
                      </a:lnTo>
                      <a:lnTo>
                        <a:pt x="46493" y="47935"/>
                      </a:lnTo>
                      <a:lnTo>
                        <a:pt x="53711" y="40954"/>
                      </a:lnTo>
                      <a:lnTo>
                        <a:pt x="51481" y="38724"/>
                      </a:lnTo>
                      <a:lnTo>
                        <a:pt x="37095" y="38724"/>
                      </a:lnTo>
                      <a:lnTo>
                        <a:pt x="32496" y="34125"/>
                      </a:lnTo>
                      <a:lnTo>
                        <a:pt x="32496" y="32288"/>
                      </a:lnTo>
                      <a:lnTo>
                        <a:pt x="27924" y="27712"/>
                      </a:lnTo>
                      <a:lnTo>
                        <a:pt x="27924" y="27720"/>
                      </a:lnTo>
                      <a:lnTo>
                        <a:pt x="20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28"/>
                <p:cNvSpPr/>
                <p:nvPr/>
              </p:nvSpPr>
              <p:spPr>
                <a:xfrm>
                  <a:off x="-118934" y="3399771"/>
                  <a:ext cx="1196665" cy="2113124"/>
                </a:xfrm>
                <a:custGeom>
                  <a:rect b="b" l="l" r="r" t="t"/>
                  <a:pathLst>
                    <a:path extrusionOk="0" h="17609" w="9972">
                      <a:moveTo>
                        <a:pt x="1" y="0"/>
                      </a:moveTo>
                      <a:lnTo>
                        <a:pt x="1" y="4948"/>
                      </a:lnTo>
                      <a:lnTo>
                        <a:pt x="9720" y="14670"/>
                      </a:lnTo>
                      <a:lnTo>
                        <a:pt x="9720" y="17608"/>
                      </a:lnTo>
                      <a:lnTo>
                        <a:pt x="9972" y="17608"/>
                      </a:lnTo>
                      <a:lnTo>
                        <a:pt x="9972" y="14566"/>
                      </a:lnTo>
                      <a:lnTo>
                        <a:pt x="249" y="4843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10" name="Google Shape;410;p28"/>
          <p:cNvSpPr txBox="1"/>
          <p:nvPr>
            <p:ph idx="1" type="subTitle"/>
          </p:nvPr>
        </p:nvSpPr>
        <p:spPr>
          <a:xfrm>
            <a:off x="1254788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411" name="Google Shape;411;p28"/>
          <p:cNvSpPr txBox="1"/>
          <p:nvPr>
            <p:ph idx="2" type="subTitle"/>
          </p:nvPr>
        </p:nvSpPr>
        <p:spPr>
          <a:xfrm>
            <a:off x="1254788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2" name="Google Shape;412;p28"/>
          <p:cNvSpPr txBox="1"/>
          <p:nvPr>
            <p:ph idx="3" type="subTitle"/>
          </p:nvPr>
        </p:nvSpPr>
        <p:spPr>
          <a:xfrm>
            <a:off x="5112413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413" name="Google Shape;413;p28"/>
          <p:cNvSpPr txBox="1"/>
          <p:nvPr>
            <p:ph idx="4" type="subTitle"/>
          </p:nvPr>
        </p:nvSpPr>
        <p:spPr>
          <a:xfrm>
            <a:off x="5112413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4" name="Google Shape;414;p28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415" name="Google Shape;415;p28"/>
          <p:cNvSpPr txBox="1"/>
          <p:nvPr>
            <p:ph idx="5" type="title"/>
          </p:nvPr>
        </p:nvSpPr>
        <p:spPr>
          <a:xfrm>
            <a:off x="220023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6" name="Google Shape;416;p28"/>
          <p:cNvSpPr txBox="1"/>
          <p:nvPr>
            <p:ph idx="6" type="title"/>
          </p:nvPr>
        </p:nvSpPr>
        <p:spPr>
          <a:xfrm>
            <a:off x="60578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2"/>
          <p:cNvGrpSpPr/>
          <p:nvPr/>
        </p:nvGrpSpPr>
        <p:grpSpPr>
          <a:xfrm>
            <a:off x="-1296571" y="-620648"/>
            <a:ext cx="3482238" cy="4516379"/>
            <a:chOff x="-1296571" y="-620648"/>
            <a:chExt cx="3482238" cy="4516379"/>
          </a:xfrm>
        </p:grpSpPr>
        <p:sp>
          <p:nvSpPr>
            <p:cNvPr id="420" name="Google Shape;420;p32"/>
            <p:cNvSpPr/>
            <p:nvPr/>
          </p:nvSpPr>
          <p:spPr>
            <a:xfrm>
              <a:off x="-1296571" y="0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" name="Google Shape;421;p32"/>
            <p:cNvGrpSpPr/>
            <p:nvPr/>
          </p:nvGrpSpPr>
          <p:grpSpPr>
            <a:xfrm>
              <a:off x="-941814" y="-620648"/>
              <a:ext cx="3127481" cy="4516379"/>
              <a:chOff x="278245" y="-184325"/>
              <a:chExt cx="2358228" cy="3405504"/>
            </a:xfrm>
          </p:grpSpPr>
          <p:grpSp>
            <p:nvGrpSpPr>
              <p:cNvPr id="422" name="Google Shape;422;p3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423" name="Google Shape;423;p3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" name="Google Shape;424;p3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" name="Google Shape;425;p3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6" name="Google Shape;426;p3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" name="Google Shape;427;p3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8" name="Google Shape;428;p3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9" name="Google Shape;429;p32"/>
          <p:cNvGrpSpPr/>
          <p:nvPr/>
        </p:nvGrpSpPr>
        <p:grpSpPr>
          <a:xfrm>
            <a:off x="5245253" y="-441860"/>
            <a:ext cx="6654696" cy="9380357"/>
            <a:chOff x="5245253" y="-441860"/>
            <a:chExt cx="6654696" cy="9380357"/>
          </a:xfrm>
        </p:grpSpPr>
        <p:sp>
          <p:nvSpPr>
            <p:cNvPr id="430" name="Google Shape;430;p32"/>
            <p:cNvSpPr/>
            <p:nvPr/>
          </p:nvSpPr>
          <p:spPr>
            <a:xfrm flipH="1" rot="10800000">
              <a:off x="5245253" y="1301790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1" name="Google Shape;431;p32"/>
            <p:cNvGrpSpPr/>
            <p:nvPr/>
          </p:nvGrpSpPr>
          <p:grpSpPr>
            <a:xfrm flipH="1">
              <a:off x="8418770" y="-441860"/>
              <a:ext cx="2708843" cy="3931640"/>
              <a:chOff x="6769513" y="299393"/>
              <a:chExt cx="1308620" cy="1899526"/>
            </a:xfrm>
          </p:grpSpPr>
          <p:sp>
            <p:nvSpPr>
              <p:cNvPr id="432" name="Google Shape;432;p3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3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3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3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" name="Google Shape;438;p3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2"/>
            <p:cNvSpPr/>
            <p:nvPr/>
          </p:nvSpPr>
          <p:spPr>
            <a:xfrm flipH="1" rot="10800000">
              <a:off x="8796218" y="3575323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33"/>
          <p:cNvGrpSpPr/>
          <p:nvPr/>
        </p:nvGrpSpPr>
        <p:grpSpPr>
          <a:xfrm flipH="1" rot="10800000">
            <a:off x="8002875" y="-893617"/>
            <a:ext cx="1599392" cy="2188720"/>
            <a:chOff x="8051125" y="4018221"/>
            <a:chExt cx="1599392" cy="2188720"/>
          </a:xfrm>
        </p:grpSpPr>
        <p:sp>
          <p:nvSpPr>
            <p:cNvPr id="442" name="Google Shape;442;p33"/>
            <p:cNvSpPr/>
            <p:nvPr/>
          </p:nvSpPr>
          <p:spPr>
            <a:xfrm>
              <a:off x="8051125" y="4157250"/>
              <a:ext cx="1311339" cy="1311189"/>
            </a:xfrm>
            <a:custGeom>
              <a:rect b="b" l="l" r="r" t="t"/>
              <a:pathLst>
                <a:path extrusionOk="0" h="8762" w="8763">
                  <a:moveTo>
                    <a:pt x="8762" y="1"/>
                  </a:moveTo>
                  <a:lnTo>
                    <a:pt x="4382" y="4381"/>
                  </a:lnTo>
                  <a:lnTo>
                    <a:pt x="1" y="8762"/>
                  </a:lnTo>
                  <a:lnTo>
                    <a:pt x="2496" y="8762"/>
                  </a:lnTo>
                  <a:lnTo>
                    <a:pt x="5602" y="5657"/>
                  </a:lnTo>
                  <a:lnTo>
                    <a:pt x="8762" y="2496"/>
                  </a:lnTo>
                  <a:lnTo>
                    <a:pt x="8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" name="Google Shape;443;p33"/>
            <p:cNvGrpSpPr/>
            <p:nvPr/>
          </p:nvGrpSpPr>
          <p:grpSpPr>
            <a:xfrm>
              <a:off x="8421632" y="4018221"/>
              <a:ext cx="1228885" cy="2188720"/>
              <a:chOff x="8389396" y="1055350"/>
              <a:chExt cx="1228885" cy="2188720"/>
            </a:xfrm>
          </p:grpSpPr>
          <p:sp>
            <p:nvSpPr>
              <p:cNvPr id="444" name="Google Shape;444;p3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3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6" name="Google Shape;446;p33"/>
          <p:cNvGrpSpPr/>
          <p:nvPr/>
        </p:nvGrpSpPr>
        <p:grpSpPr>
          <a:xfrm>
            <a:off x="-2361718" y="1128115"/>
            <a:ext cx="6322114" cy="7255046"/>
            <a:chOff x="-2361718" y="747115"/>
            <a:chExt cx="6322114" cy="7255046"/>
          </a:xfrm>
        </p:grpSpPr>
        <p:grpSp>
          <p:nvGrpSpPr>
            <p:cNvPr id="447" name="Google Shape;447;p33"/>
            <p:cNvGrpSpPr/>
            <p:nvPr/>
          </p:nvGrpSpPr>
          <p:grpSpPr>
            <a:xfrm rot="10800000">
              <a:off x="-2361718" y="747115"/>
              <a:ext cx="6322114" cy="7255046"/>
              <a:chOff x="-2504900" y="1005827"/>
              <a:chExt cx="6322114" cy="7255046"/>
            </a:xfrm>
          </p:grpSpPr>
          <p:sp>
            <p:nvSpPr>
              <p:cNvPr id="448" name="Google Shape;448;p33"/>
              <p:cNvSpPr/>
              <p:nvPr/>
            </p:nvSpPr>
            <p:spPr>
              <a:xfrm>
                <a:off x="-2504900" y="1005827"/>
                <a:ext cx="6322114" cy="7255046"/>
              </a:xfrm>
              <a:custGeom>
                <a:rect b="b" l="l" r="r" t="t"/>
                <a:pathLst>
                  <a:path extrusionOk="0" h="82432" w="71832">
                    <a:moveTo>
                      <a:pt x="205" y="1"/>
                    </a:moveTo>
                    <a:lnTo>
                      <a:pt x="1" y="205"/>
                    </a:lnTo>
                    <a:lnTo>
                      <a:pt x="27924" y="28129"/>
                    </a:lnTo>
                    <a:lnTo>
                      <a:pt x="27924" y="38728"/>
                    </a:lnTo>
                    <a:lnTo>
                      <a:pt x="36526" y="47330"/>
                    </a:lnTo>
                    <a:lnTo>
                      <a:pt x="45629" y="56433"/>
                    </a:lnTo>
                    <a:lnTo>
                      <a:pt x="71627" y="82431"/>
                    </a:lnTo>
                    <a:lnTo>
                      <a:pt x="71831" y="82227"/>
                    </a:lnTo>
                    <a:lnTo>
                      <a:pt x="46493" y="56889"/>
                    </a:lnTo>
                    <a:lnTo>
                      <a:pt x="46493" y="47935"/>
                    </a:lnTo>
                    <a:lnTo>
                      <a:pt x="53711" y="40954"/>
                    </a:lnTo>
                    <a:lnTo>
                      <a:pt x="51481" y="38724"/>
                    </a:lnTo>
                    <a:lnTo>
                      <a:pt x="37095" y="38724"/>
                    </a:lnTo>
                    <a:lnTo>
                      <a:pt x="32496" y="34125"/>
                    </a:lnTo>
                    <a:lnTo>
                      <a:pt x="32496" y="32288"/>
                    </a:lnTo>
                    <a:lnTo>
                      <a:pt x="27924" y="27712"/>
                    </a:lnTo>
                    <a:lnTo>
                      <a:pt x="27924" y="27720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33"/>
              <p:cNvSpPr/>
              <p:nvPr/>
            </p:nvSpPr>
            <p:spPr>
              <a:xfrm>
                <a:off x="498666" y="3857823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0" name="Google Shape;450;p33"/>
            <p:cNvGrpSpPr/>
            <p:nvPr/>
          </p:nvGrpSpPr>
          <p:grpSpPr>
            <a:xfrm flipH="1" rot="-5400000">
              <a:off x="413271" y="3223016"/>
              <a:ext cx="618213" cy="306426"/>
              <a:chOff x="5989375" y="1843575"/>
              <a:chExt cx="136525" cy="67675"/>
            </a:xfrm>
          </p:grpSpPr>
          <p:sp>
            <p:nvSpPr>
              <p:cNvPr id="451" name="Google Shape;451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3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3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g3617bb5a9ba_0_411"/>
          <p:cNvGrpSpPr/>
          <p:nvPr/>
        </p:nvGrpSpPr>
        <p:grpSpPr>
          <a:xfrm>
            <a:off x="-1897800" y="-564139"/>
            <a:ext cx="12137626" cy="7877285"/>
            <a:chOff x="-1897800" y="-564139"/>
            <a:chExt cx="12137626" cy="7877285"/>
          </a:xfrm>
        </p:grpSpPr>
        <p:sp>
          <p:nvSpPr>
            <p:cNvPr id="461" name="Google Shape;461;g3617bb5a9ba_0_411"/>
            <p:cNvSpPr/>
            <p:nvPr/>
          </p:nvSpPr>
          <p:spPr>
            <a:xfrm flipH="1">
              <a:off x="6899664" y="-444798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3617bb5a9ba_0_411"/>
            <p:cNvSpPr/>
            <p:nvPr/>
          </p:nvSpPr>
          <p:spPr>
            <a:xfrm>
              <a:off x="-1897800" y="1636082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" name="Google Shape;463;g3617bb5a9ba_0_411"/>
            <p:cNvGrpSpPr/>
            <p:nvPr/>
          </p:nvGrpSpPr>
          <p:grpSpPr>
            <a:xfrm>
              <a:off x="2033622" y="4281745"/>
              <a:ext cx="618213" cy="306426"/>
              <a:chOff x="5989375" y="1843575"/>
              <a:chExt cx="136525" cy="67675"/>
            </a:xfrm>
          </p:grpSpPr>
          <p:sp>
            <p:nvSpPr>
              <p:cNvPr id="464" name="Google Shape;464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g3617bb5a9ba_0_411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g3617bb5a9ba_0_411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2" name="Google Shape;472;g3617bb5a9ba_0_411"/>
            <p:cNvGrpSpPr/>
            <p:nvPr/>
          </p:nvGrpSpPr>
          <p:grpSpPr>
            <a:xfrm>
              <a:off x="726170" y="3312113"/>
              <a:ext cx="1228885" cy="2188720"/>
              <a:chOff x="8389396" y="1055350"/>
              <a:chExt cx="1228885" cy="2188720"/>
            </a:xfrm>
          </p:grpSpPr>
          <p:sp>
            <p:nvSpPr>
              <p:cNvPr id="473" name="Google Shape;473;g3617bb5a9ba_0_411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g3617bb5a9ba_0_411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5" name="Google Shape;475;g3617bb5a9ba_0_411"/>
            <p:cNvSpPr/>
            <p:nvPr/>
          </p:nvSpPr>
          <p:spPr>
            <a:xfrm>
              <a:off x="6877775" y="3554813"/>
              <a:ext cx="3075605" cy="2033485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6" name="Google Shape;476;g3617bb5a9ba_0_411"/>
            <p:cNvGrpSpPr/>
            <p:nvPr/>
          </p:nvGrpSpPr>
          <p:grpSpPr>
            <a:xfrm flipH="1" rot="5400000">
              <a:off x="8547291" y="741426"/>
              <a:ext cx="1228900" cy="2156170"/>
              <a:chOff x="455034" y="-121633"/>
              <a:chExt cx="629947" cy="1105275"/>
            </a:xfrm>
          </p:grpSpPr>
          <p:sp>
            <p:nvSpPr>
              <p:cNvPr id="477" name="Google Shape;477;g3617bb5a9ba_0_411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g3617bb5a9ba_0_411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" name="Google Shape;479;g3617bb5a9ba_0_411"/>
            <p:cNvGrpSpPr/>
            <p:nvPr/>
          </p:nvGrpSpPr>
          <p:grpSpPr>
            <a:xfrm flipH="1" rot="5400000">
              <a:off x="8103952" y="2323328"/>
              <a:ext cx="471865" cy="38050"/>
              <a:chOff x="6298452" y="2390050"/>
              <a:chExt cx="140725" cy="11350"/>
            </a:xfrm>
          </p:grpSpPr>
          <p:sp>
            <p:nvSpPr>
              <p:cNvPr id="480" name="Google Shape;480;g3617bb5a9ba_0_411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g3617bb5a9ba_0_411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g3617bb5a9ba_0_411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3" name="Google Shape;483;g3617bb5a9ba_0_411"/>
            <p:cNvGrpSpPr/>
            <p:nvPr/>
          </p:nvGrpSpPr>
          <p:grpSpPr>
            <a:xfrm rot="5400000">
              <a:off x="5977383" y="2664533"/>
              <a:ext cx="2375894" cy="3296648"/>
              <a:chOff x="2132995" y="960308"/>
              <a:chExt cx="496177" cy="688437"/>
            </a:xfrm>
          </p:grpSpPr>
          <p:sp>
            <p:nvSpPr>
              <p:cNvPr id="484" name="Google Shape;484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g3617bb5a9ba_0_411"/>
            <p:cNvGrpSpPr/>
            <p:nvPr/>
          </p:nvGrpSpPr>
          <p:grpSpPr>
            <a:xfrm>
              <a:off x="1592531" y="555358"/>
              <a:ext cx="457202" cy="78377"/>
              <a:chOff x="3029245" y="907035"/>
              <a:chExt cx="129011" cy="22560"/>
            </a:xfrm>
          </p:grpSpPr>
          <p:sp>
            <p:nvSpPr>
              <p:cNvPr id="490" name="Google Shape;490;g3617bb5a9ba_0_411"/>
              <p:cNvSpPr/>
              <p:nvPr/>
            </p:nvSpPr>
            <p:spPr>
              <a:xfrm>
                <a:off x="3126380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8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g3617bb5a9ba_0_411"/>
              <p:cNvSpPr/>
              <p:nvPr/>
            </p:nvSpPr>
            <p:spPr>
              <a:xfrm>
                <a:off x="3101902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g3617bb5a9ba_0_411"/>
              <p:cNvSpPr/>
              <p:nvPr/>
            </p:nvSpPr>
            <p:spPr>
              <a:xfrm>
                <a:off x="3077790" y="907035"/>
                <a:ext cx="31922" cy="22560"/>
              </a:xfrm>
              <a:custGeom>
                <a:rect b="b" l="l" r="r" t="t"/>
                <a:pathLst>
                  <a:path extrusionOk="0" h="494" w="699">
                    <a:moveTo>
                      <a:pt x="409" y="0"/>
                    </a:moveTo>
                    <a:lnTo>
                      <a:pt x="1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g3617bb5a9ba_0_411"/>
              <p:cNvSpPr/>
              <p:nvPr/>
            </p:nvSpPr>
            <p:spPr>
              <a:xfrm>
                <a:off x="3053723" y="907035"/>
                <a:ext cx="31511" cy="22560"/>
              </a:xfrm>
              <a:custGeom>
                <a:rect b="b" l="l" r="r" t="t"/>
                <a:pathLst>
                  <a:path extrusionOk="0" h="494" w="690">
                    <a:moveTo>
                      <a:pt x="400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g3617bb5a9ba_0_411"/>
              <p:cNvSpPr/>
              <p:nvPr/>
            </p:nvSpPr>
            <p:spPr>
              <a:xfrm>
                <a:off x="3029245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" name="Google Shape;495;g3617bb5a9ba_0_411"/>
            <p:cNvSpPr/>
            <p:nvPr/>
          </p:nvSpPr>
          <p:spPr>
            <a:xfrm>
              <a:off x="-1478400" y="2"/>
              <a:ext cx="3381525" cy="1996389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6" name="Google Shape;496;g3617bb5a9ba_0_411"/>
            <p:cNvGrpSpPr/>
            <p:nvPr/>
          </p:nvGrpSpPr>
          <p:grpSpPr>
            <a:xfrm flipH="1">
              <a:off x="465008" y="-564139"/>
              <a:ext cx="2374676" cy="2502550"/>
              <a:chOff x="2011428" y="602777"/>
              <a:chExt cx="774292" cy="815987"/>
            </a:xfrm>
          </p:grpSpPr>
          <p:sp>
            <p:nvSpPr>
              <p:cNvPr id="497" name="Google Shape;497;g3617bb5a9ba_0_411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g3617bb5a9ba_0_411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g3617bb5a9ba_0_411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g3617bb5a9ba_0_411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g3617bb5a9ba_0_411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g3617bb5a9ba_0_411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3" name="Google Shape;503;g3617bb5a9ba_0_411"/>
            <p:cNvGrpSpPr/>
            <p:nvPr/>
          </p:nvGrpSpPr>
          <p:grpSpPr>
            <a:xfrm flipH="1" rot="5400000">
              <a:off x="7897809" y="-611673"/>
              <a:ext cx="1047647" cy="1867549"/>
              <a:chOff x="4549150" y="1401575"/>
              <a:chExt cx="1183114" cy="2109034"/>
            </a:xfrm>
          </p:grpSpPr>
          <p:sp>
            <p:nvSpPr>
              <p:cNvPr id="504" name="Google Shape;504;g3617bb5a9ba_0_411"/>
              <p:cNvSpPr/>
              <p:nvPr/>
            </p:nvSpPr>
            <p:spPr>
              <a:xfrm>
                <a:off x="4549150" y="3383011"/>
                <a:ext cx="148997" cy="127598"/>
              </a:xfrm>
              <a:custGeom>
                <a:rect b="b" l="l" r="r" t="t"/>
                <a:pathLst>
                  <a:path extrusionOk="0" h="1121" w="1309">
                    <a:moveTo>
                      <a:pt x="560" y="300"/>
                    </a:moveTo>
                    <a:cubicBezTo>
                      <a:pt x="796" y="300"/>
                      <a:pt x="912" y="584"/>
                      <a:pt x="748" y="748"/>
                    </a:cubicBezTo>
                    <a:cubicBezTo>
                      <a:pt x="693" y="803"/>
                      <a:pt x="627" y="827"/>
                      <a:pt x="562" y="827"/>
                    </a:cubicBezTo>
                    <a:cubicBezTo>
                      <a:pt x="426" y="827"/>
                      <a:pt x="296" y="721"/>
                      <a:pt x="296" y="564"/>
                    </a:cubicBezTo>
                    <a:cubicBezTo>
                      <a:pt x="296" y="416"/>
                      <a:pt x="416" y="300"/>
                      <a:pt x="560" y="300"/>
                    </a:cubicBezTo>
                    <a:close/>
                    <a:moveTo>
                      <a:pt x="564" y="1"/>
                    </a:moveTo>
                    <a:cubicBezTo>
                      <a:pt x="276" y="1"/>
                      <a:pt x="1" y="226"/>
                      <a:pt x="3" y="564"/>
                    </a:cubicBezTo>
                    <a:cubicBezTo>
                      <a:pt x="3" y="872"/>
                      <a:pt x="252" y="1120"/>
                      <a:pt x="560" y="1120"/>
                    </a:cubicBezTo>
                    <a:cubicBezTo>
                      <a:pt x="1060" y="1120"/>
                      <a:pt x="1308" y="520"/>
                      <a:pt x="956" y="168"/>
                    </a:cubicBezTo>
                    <a:cubicBezTo>
                      <a:pt x="842" y="52"/>
                      <a:pt x="701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g3617bb5a9ba_0_411"/>
              <p:cNvSpPr/>
              <p:nvPr/>
            </p:nvSpPr>
            <p:spPr>
              <a:xfrm>
                <a:off x="4597087" y="1401575"/>
                <a:ext cx="1135177" cy="2004344"/>
              </a:xfrm>
              <a:custGeom>
                <a:rect b="b" l="l" r="r" t="t"/>
                <a:pathLst>
                  <a:path extrusionOk="0" h="17609" w="9973">
                    <a:moveTo>
                      <a:pt x="9724" y="0"/>
                    </a:moveTo>
                    <a:lnTo>
                      <a:pt x="9724" y="2938"/>
                    </a:lnTo>
                    <a:lnTo>
                      <a:pt x="1" y="12661"/>
                    </a:lnTo>
                    <a:lnTo>
                      <a:pt x="1" y="17608"/>
                    </a:lnTo>
                    <a:lnTo>
                      <a:pt x="249" y="17608"/>
                    </a:lnTo>
                    <a:lnTo>
                      <a:pt x="249" y="12765"/>
                    </a:lnTo>
                    <a:lnTo>
                      <a:pt x="9972" y="3042"/>
                    </a:lnTo>
                    <a:lnTo>
                      <a:pt x="997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6" name="Google Shape;506;g3617bb5a9ba_0_411"/>
            <p:cNvGrpSpPr/>
            <p:nvPr/>
          </p:nvGrpSpPr>
          <p:grpSpPr>
            <a:xfrm>
              <a:off x="-1552699" y="-385839"/>
              <a:ext cx="2375894" cy="3296648"/>
              <a:chOff x="2132995" y="960308"/>
              <a:chExt cx="496177" cy="688437"/>
            </a:xfrm>
          </p:grpSpPr>
          <p:sp>
            <p:nvSpPr>
              <p:cNvPr id="507" name="Google Shape;507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2" name="Google Shape;512;g3617bb5a9ba_0_411"/>
          <p:cNvSpPr txBox="1"/>
          <p:nvPr>
            <p:ph type="title"/>
          </p:nvPr>
        </p:nvSpPr>
        <p:spPr>
          <a:xfrm>
            <a:off x="1269150" y="1483990"/>
            <a:ext cx="66057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7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rbitron"/>
              <a:buNone/>
              <a:defRPr b="1" i="0" sz="30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.xml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"/>
          <p:cNvSpPr/>
          <p:nvPr/>
        </p:nvSpPr>
        <p:spPr>
          <a:xfrm>
            <a:off x="12812293" y="872774"/>
            <a:ext cx="144983" cy="272315"/>
          </a:xfrm>
          <a:custGeom>
            <a:rect b="b" l="l" r="r" t="t"/>
            <a:pathLst>
              <a:path extrusionOk="0" h="1388" w="739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"/>
          <p:cNvSpPr/>
          <p:nvPr/>
        </p:nvSpPr>
        <p:spPr>
          <a:xfrm>
            <a:off x="12634741" y="984406"/>
            <a:ext cx="165975" cy="226210"/>
          </a:xfrm>
          <a:custGeom>
            <a:rect b="b" l="l" r="r" t="t"/>
            <a:pathLst>
              <a:path extrusionOk="0" h="1153" w="846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"/>
          <p:cNvSpPr/>
          <p:nvPr/>
        </p:nvSpPr>
        <p:spPr>
          <a:xfrm>
            <a:off x="12359096" y="2644566"/>
            <a:ext cx="116928" cy="53953"/>
          </a:xfrm>
          <a:custGeom>
            <a:rect b="b" l="l" r="r" t="t"/>
            <a:pathLst>
              <a:path extrusionOk="0" fill="none" h="275" w="596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cap="rnd" cmpd="sng" w="9525">
            <a:solidFill>
              <a:srgbClr val="2AB5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"/>
          <p:cNvSpPr txBox="1"/>
          <p:nvPr>
            <p:ph type="ctrTitle"/>
          </p:nvPr>
        </p:nvSpPr>
        <p:spPr>
          <a:xfrm>
            <a:off x="931500" y="1210625"/>
            <a:ext cx="72810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pt-BR" sz="4000"/>
              <a:t>Herança e Polimorfismo</a:t>
            </a:r>
            <a:endParaRPr/>
          </a:p>
        </p:txBody>
      </p:sp>
      <p:grpSp>
        <p:nvGrpSpPr>
          <p:cNvPr id="521" name="Google Shape;521;p1"/>
          <p:cNvGrpSpPr/>
          <p:nvPr/>
        </p:nvGrpSpPr>
        <p:grpSpPr>
          <a:xfrm>
            <a:off x="888012" y="1440674"/>
            <a:ext cx="300359" cy="299855"/>
            <a:chOff x="1466575" y="2391250"/>
            <a:chExt cx="59575" cy="59475"/>
          </a:xfrm>
        </p:grpSpPr>
        <p:sp>
          <p:nvSpPr>
            <p:cNvPr id="522" name="Google Shape;522;p1"/>
            <p:cNvSpPr/>
            <p:nvPr/>
          </p:nvSpPr>
          <p:spPr>
            <a:xfrm>
              <a:off x="1491600" y="2391250"/>
              <a:ext cx="9425" cy="59475"/>
            </a:xfrm>
            <a:custGeom>
              <a:rect b="b" l="l" r="r" t="t"/>
              <a:pathLst>
                <a:path extrusionOk="0" h="2379" w="377">
                  <a:moveTo>
                    <a:pt x="0" y="1"/>
                  </a:moveTo>
                  <a:lnTo>
                    <a:pt x="0" y="2379"/>
                  </a:lnTo>
                  <a:lnTo>
                    <a:pt x="377" y="2379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"/>
            <p:cNvSpPr/>
            <p:nvPr/>
          </p:nvSpPr>
          <p:spPr>
            <a:xfrm>
              <a:off x="1466575" y="2416275"/>
              <a:ext cx="59575" cy="9425"/>
            </a:xfrm>
            <a:custGeom>
              <a:rect b="b" l="l" r="r" t="t"/>
              <a:pathLst>
                <a:path extrusionOk="0" h="377" w="2383">
                  <a:moveTo>
                    <a:pt x="1" y="1"/>
                  </a:moveTo>
                  <a:lnTo>
                    <a:pt x="1" y="377"/>
                  </a:lnTo>
                  <a:lnTo>
                    <a:pt x="2382" y="377"/>
                  </a:lnTo>
                  <a:lnTo>
                    <a:pt x="23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CONTEÚDO</a:t>
            </a:r>
            <a:endParaRPr/>
          </a:p>
        </p:txBody>
      </p:sp>
      <p:sp>
        <p:nvSpPr>
          <p:cNvPr id="529" name="Google Shape;529;p2"/>
          <p:cNvSpPr txBox="1"/>
          <p:nvPr>
            <p:ph type="title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01</a:t>
            </a:r>
            <a:endParaRPr/>
          </a:p>
        </p:txBody>
      </p:sp>
      <p:sp>
        <p:nvSpPr>
          <p:cNvPr id="530" name="Google Shape;530;p2"/>
          <p:cNvSpPr txBox="1"/>
          <p:nvPr>
            <p:ph idx="1" type="subTitle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/>
              <a:t>HERANÇA</a:t>
            </a:r>
            <a:endParaRPr/>
          </a:p>
        </p:txBody>
      </p:sp>
      <p:sp>
        <p:nvSpPr>
          <p:cNvPr id="531" name="Google Shape;531;p2"/>
          <p:cNvSpPr txBox="1"/>
          <p:nvPr>
            <p:ph idx="3" type="title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02</a:t>
            </a:r>
            <a:endParaRPr/>
          </a:p>
        </p:txBody>
      </p:sp>
      <p:sp>
        <p:nvSpPr>
          <p:cNvPr id="532" name="Google Shape;532;p2"/>
          <p:cNvSpPr txBox="1"/>
          <p:nvPr>
            <p:ph idx="4" type="subTitle"/>
          </p:nvPr>
        </p:nvSpPr>
        <p:spPr>
          <a:xfrm>
            <a:off x="5091475" y="1940672"/>
            <a:ext cx="3046685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400"/>
              <a:t>POLIMORFISMO</a:t>
            </a:r>
            <a:endParaRPr/>
          </a:p>
        </p:txBody>
      </p:sp>
      <p:sp>
        <p:nvSpPr>
          <p:cNvPr id="533" name="Google Shape;533;p2"/>
          <p:cNvSpPr txBox="1"/>
          <p:nvPr>
            <p:ph idx="6" type="title"/>
          </p:nvPr>
        </p:nvSpPr>
        <p:spPr>
          <a:xfrm>
            <a:off x="210087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03</a:t>
            </a:r>
            <a:endParaRPr/>
          </a:p>
        </p:txBody>
      </p:sp>
      <p:sp>
        <p:nvSpPr>
          <p:cNvPr id="534" name="Google Shape;534;p2"/>
          <p:cNvSpPr txBox="1"/>
          <p:nvPr>
            <p:ph idx="7" type="subTitle"/>
          </p:nvPr>
        </p:nvSpPr>
        <p:spPr>
          <a:xfrm>
            <a:off x="575225" y="3796975"/>
            <a:ext cx="4136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EXEMPLO HERANÇA E POLIMORFISMO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/>
              <a:t>HERANÇA</a:t>
            </a:r>
            <a:endParaRPr/>
          </a:p>
        </p:txBody>
      </p:sp>
      <p:sp>
        <p:nvSpPr>
          <p:cNvPr id="540" name="Google Shape;540;p3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"/>
          <p:cNvSpPr txBox="1"/>
          <p:nvPr>
            <p:ph idx="1" type="subTitle"/>
          </p:nvPr>
        </p:nvSpPr>
        <p:spPr>
          <a:xfrm>
            <a:off x="713375" y="2403400"/>
            <a:ext cx="52377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A herança é um dos pilares da orientação a objetos e permite que uma classe (classe filha)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herde atributos e métodos de outra classe (classe pai). Isso facilita o reuso de código 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promove um design organizado.</a:t>
            </a:r>
            <a:endParaRPr sz="1800"/>
          </a:p>
        </p:txBody>
      </p:sp>
      <p:sp>
        <p:nvSpPr>
          <p:cNvPr id="546" name="Google Shape;546;p4"/>
          <p:cNvSpPr txBox="1"/>
          <p:nvPr>
            <p:ph type="title"/>
          </p:nvPr>
        </p:nvSpPr>
        <p:spPr>
          <a:xfrm>
            <a:off x="713375" y="1185475"/>
            <a:ext cx="50772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 QUE É </a:t>
            </a:r>
            <a:r>
              <a:rPr lang="pt-BR"/>
              <a:t>HERANÇA</a:t>
            </a:r>
            <a:r>
              <a:rPr lang="pt-BR"/>
              <a:t>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17bb5a9ba_0_3"/>
          <p:cNvSpPr txBox="1"/>
          <p:nvPr>
            <p:ph idx="2" type="subTitle"/>
          </p:nvPr>
        </p:nvSpPr>
        <p:spPr>
          <a:xfrm>
            <a:off x="1834200" y="2430575"/>
            <a:ext cx="54756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● Reuso de código: evita a duplicação.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● Hierarquia lógica: modela objetos em uma relação natural (Ex.: Animal &gt; Cachorro).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● Extensibilidade: permite adicionar funcionalidades específicas nas classes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derivadas.</a:t>
            </a:r>
            <a:endParaRPr sz="2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900"/>
          </a:p>
        </p:txBody>
      </p:sp>
      <p:sp>
        <p:nvSpPr>
          <p:cNvPr id="552" name="Google Shape;552;g3617bb5a9ba_0_3"/>
          <p:cNvSpPr txBox="1"/>
          <p:nvPr>
            <p:ph idx="9" type="title"/>
          </p:nvPr>
        </p:nvSpPr>
        <p:spPr>
          <a:xfrm>
            <a:off x="720000" y="137275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 E BENEFÍCIOS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6207fdbe4f_0_7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/>
              <a:t>POLIMORFISMO</a:t>
            </a:r>
            <a:endParaRPr/>
          </a:p>
        </p:txBody>
      </p:sp>
      <p:sp>
        <p:nvSpPr>
          <p:cNvPr id="558" name="Google Shape;558;g36207fdbe4f_0_7"/>
          <p:cNvSpPr txBox="1"/>
          <p:nvPr>
            <p:ph idx="2" type="title"/>
          </p:nvPr>
        </p:nvSpPr>
        <p:spPr>
          <a:xfrm>
            <a:off x="3863550" y="1163050"/>
            <a:ext cx="14169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6207fdbe4f_0_540"/>
          <p:cNvSpPr txBox="1"/>
          <p:nvPr>
            <p:ph idx="1" type="subTitle"/>
          </p:nvPr>
        </p:nvSpPr>
        <p:spPr>
          <a:xfrm>
            <a:off x="713375" y="2545075"/>
            <a:ext cx="52377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O polimorfismo permite que métodos com o mesmo nome em diferentes classes tenham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comportamentos distintos. Existem dois tipos principais: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● Sobrecarga (não nativa em Python, mas simulável com valores padrão ou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argumentos dinâmicos).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● Sobrescrita (alteração do comportamento de métodos na classe derivada).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4" name="Google Shape;564;g36207fdbe4f_0_540"/>
          <p:cNvSpPr txBox="1"/>
          <p:nvPr>
            <p:ph type="title"/>
          </p:nvPr>
        </p:nvSpPr>
        <p:spPr>
          <a:xfrm>
            <a:off x="713375" y="562000"/>
            <a:ext cx="5436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 QUE É POLIMORFISMO?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617bb5a9ba_0_22"/>
          <p:cNvSpPr txBox="1"/>
          <p:nvPr>
            <p:ph type="title"/>
          </p:nvPr>
        </p:nvSpPr>
        <p:spPr>
          <a:xfrm>
            <a:off x="1320300" y="239418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 sz="4500"/>
              <a:t>EXEMPLO HERANÇA E POLIMORFISMO</a:t>
            </a:r>
            <a:endParaRPr/>
          </a:p>
        </p:txBody>
      </p:sp>
      <p:sp>
        <p:nvSpPr>
          <p:cNvPr id="570" name="Google Shape;570;g3617bb5a9ba_0_22"/>
          <p:cNvSpPr txBox="1"/>
          <p:nvPr>
            <p:ph idx="2" type="title"/>
          </p:nvPr>
        </p:nvSpPr>
        <p:spPr>
          <a:xfrm>
            <a:off x="3790000" y="1163050"/>
            <a:ext cx="14937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6207fdbe4f_0_12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Exemplo 1: Classe base</a:t>
            </a:r>
            <a:endParaRPr/>
          </a:p>
        </p:txBody>
      </p:sp>
      <p:pic>
        <p:nvPicPr>
          <p:cNvPr id="576" name="Google Shape;576;g36207fdbe4f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725" y="743650"/>
            <a:ext cx="6120559" cy="40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6207fdbe4f_0_494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Exemplo 1: Classes derivadas</a:t>
            </a:r>
            <a:endParaRPr/>
          </a:p>
        </p:txBody>
      </p:sp>
      <p:pic>
        <p:nvPicPr>
          <p:cNvPr id="582" name="Google Shape;582;g36207fdbe4f_0_494" title="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900" y="743650"/>
            <a:ext cx="4672204" cy="409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6207fdbe4f_0_527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Exemplo 1: Uso da herança</a:t>
            </a:r>
            <a:endParaRPr/>
          </a:p>
        </p:txBody>
      </p:sp>
      <p:pic>
        <p:nvPicPr>
          <p:cNvPr id="588" name="Google Shape;588;g36207fdbe4f_0_5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538" y="881875"/>
            <a:ext cx="5812924" cy="37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6207fdbe4f_0_533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Exemplo 1: Chamando as funções</a:t>
            </a:r>
            <a:endParaRPr/>
          </a:p>
        </p:txBody>
      </p:sp>
      <p:pic>
        <p:nvPicPr>
          <p:cNvPr id="594" name="Google Shape;594;g36207fdbe4f_0_5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47038"/>
            <a:ext cx="8839201" cy="2449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61ad1c8480_0_0"/>
          <p:cNvSpPr txBox="1"/>
          <p:nvPr>
            <p:ph type="title"/>
          </p:nvPr>
        </p:nvSpPr>
        <p:spPr>
          <a:xfrm>
            <a:off x="974885" y="1351734"/>
            <a:ext cx="35037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2800"/>
              <a:t>FAÇAM A LISTA DE EXERCÍCIO:</a:t>
            </a:r>
            <a:br>
              <a:rPr lang="pt-BR" sz="2800"/>
            </a:br>
            <a:br>
              <a:rPr lang="pt-BR" sz="2800">
                <a:solidFill>
                  <a:schemeClr val="dk2"/>
                </a:solidFill>
              </a:rPr>
            </a:br>
            <a:r>
              <a:rPr lang="pt-BR" sz="2800">
                <a:solidFill>
                  <a:schemeClr val="dk2"/>
                </a:solidFill>
              </a:rPr>
              <a:t>Exercícios de POO 4</a:t>
            </a:r>
            <a:endParaRPr/>
          </a:p>
        </p:txBody>
      </p:sp>
      <p:sp>
        <p:nvSpPr>
          <p:cNvPr id="600" name="Google Shape;600;g361ad1c8480_0_0"/>
          <p:cNvSpPr/>
          <p:nvPr/>
        </p:nvSpPr>
        <p:spPr>
          <a:xfrm>
            <a:off x="4905097" y="1017269"/>
            <a:ext cx="3743400" cy="2809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1" name="Google Shape;601;g361ad1c8480_0_0"/>
          <p:cNvGrpSpPr/>
          <p:nvPr/>
        </p:nvGrpSpPr>
        <p:grpSpPr>
          <a:xfrm>
            <a:off x="4905097" y="4262657"/>
            <a:ext cx="3293462" cy="92817"/>
            <a:chOff x="819025" y="3822075"/>
            <a:chExt cx="891450" cy="25125"/>
          </a:xfrm>
        </p:grpSpPr>
        <p:sp>
          <p:nvSpPr>
            <p:cNvPr id="602" name="Google Shape;602;g361ad1c8480_0_0"/>
            <p:cNvSpPr/>
            <p:nvPr/>
          </p:nvSpPr>
          <p:spPr>
            <a:xfrm>
              <a:off x="819025" y="3822375"/>
              <a:ext cx="891450" cy="24825"/>
            </a:xfrm>
            <a:custGeom>
              <a:rect b="b" l="l" r="r" t="t"/>
              <a:pathLst>
                <a:path extrusionOk="0" h="993" w="35658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g361ad1c8480_0_0"/>
            <p:cNvSpPr/>
            <p:nvPr/>
          </p:nvSpPr>
          <p:spPr>
            <a:xfrm>
              <a:off x="1235525" y="3823575"/>
              <a:ext cx="134825" cy="14025"/>
            </a:xfrm>
            <a:custGeom>
              <a:rect b="b" l="l" r="r" t="t"/>
              <a:pathLst>
                <a:path extrusionOk="0" h="561" w="5393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g361ad1c8480_0_0"/>
            <p:cNvSpPr/>
            <p:nvPr/>
          </p:nvSpPr>
          <p:spPr>
            <a:xfrm>
              <a:off x="1027875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g361ad1c8480_0_0"/>
            <p:cNvSpPr/>
            <p:nvPr/>
          </p:nvSpPr>
          <p:spPr>
            <a:xfrm>
              <a:off x="1042475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g361ad1c8480_0_0"/>
            <p:cNvSpPr/>
            <p:nvPr/>
          </p:nvSpPr>
          <p:spPr>
            <a:xfrm>
              <a:off x="1057100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g361ad1c8480_0_0"/>
            <p:cNvSpPr/>
            <p:nvPr/>
          </p:nvSpPr>
          <p:spPr>
            <a:xfrm>
              <a:off x="10717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g361ad1c8480_0_0"/>
            <p:cNvSpPr/>
            <p:nvPr/>
          </p:nvSpPr>
          <p:spPr>
            <a:xfrm>
              <a:off x="10863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GIFs de Man Of Steel Meme | Tenor" id="609" name="Google Shape;609;g361ad1c848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7150" y="1212246"/>
            <a:ext cx="3479168" cy="2419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0"/>
          <p:cNvSpPr txBox="1"/>
          <p:nvPr/>
        </p:nvSpPr>
        <p:spPr>
          <a:xfrm>
            <a:off x="2779350" y="4208208"/>
            <a:ext cx="35853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20"/>
          <p:cNvSpPr txBox="1"/>
          <p:nvPr>
            <p:ph type="title"/>
          </p:nvPr>
        </p:nvSpPr>
        <p:spPr>
          <a:xfrm>
            <a:off x="2483145" y="2085300"/>
            <a:ext cx="417771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 Evolution of Invention in Canada Thesis by Slidesgo">
  <a:themeElements>
    <a:clrScheme name="Simple Light">
      <a:dk1>
        <a:srgbClr val="E3EEED"/>
      </a:dk1>
      <a:lt1>
        <a:srgbClr val="383536"/>
      </a:lt1>
      <a:dk2>
        <a:srgbClr val="FC2E12"/>
      </a:dk2>
      <a:lt2>
        <a:srgbClr val="C1D6CE"/>
      </a:lt2>
      <a:accent1>
        <a:srgbClr val="64818C"/>
      </a:accent1>
      <a:accent2>
        <a:srgbClr val="DD4815"/>
      </a:accent2>
      <a:accent3>
        <a:srgbClr val="24A364"/>
      </a:accent3>
      <a:accent4>
        <a:srgbClr val="FFFFFF"/>
      </a:accent4>
      <a:accent5>
        <a:srgbClr val="FFFFFF"/>
      </a:accent5>
      <a:accent6>
        <a:srgbClr val="FFFFFF"/>
      </a:accent6>
      <a:hlink>
        <a:srgbClr val="38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