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Fredoka"/>
      <p:regular r:id="rId22"/>
      <p:bold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Palanquin Dark"/>
      <p:regular r:id="rId28"/>
      <p:bold r:id="rId29"/>
    </p:embeddedFont>
    <p:embeddedFont>
      <p:font typeface="Orbitron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jYkvRUtFPWdqMwrgZ/LkzzrzBN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aulo Victo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Fredoka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font" Target="fonts/Fredok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PalanquinDark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alanquinDar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rbitron-bold.fntdata"/><Relationship Id="rId30" Type="http://schemas.openxmlformats.org/officeDocument/2006/relationships/font" Target="fonts/Orbitron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05T17:08:28.076">
    <p:pos x="6000" y="0"/>
    <p:text>class Carro: # ← declaração de uma class
def __init__(self, marca, modelo): # ← construtor
self.marca = marca # ← Atributo
self.modelo = modelo
def exibir_informacoes(self): # ← metodo
print(f"Carro: {self.marca} {self.modelo}")
meu_carro = Carro("Toyota", "Corolla") # ← instanciando um Objeto
meu_carro.exibir_informacoes() # ← chamando módulo do objeto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lUVDsS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617bb5a9ba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617bb5a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617bb5a9b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g3617bb5a9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1ad1c8480_0_4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61ad1c8480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1ad1c8480_0_4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61ad1c8480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61ad1c8480_0_4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61ad1c8480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61ad1c8480_0_4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61ad1c8480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617bb5a9ba_0_4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617bb5a9ba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1ad1c848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61ad1c84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2"/>
            <p:cNvSpPr/>
            <p:nvPr/>
          </p:nvSpPr>
          <p:spPr>
            <a:xfrm>
              <a:off x="-1901322" y="1923004"/>
              <a:ext cx="2552990" cy="1507257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2"/>
            <p:cNvSpPr/>
            <p:nvPr/>
          </p:nvSpPr>
          <p:spPr>
            <a:xfrm>
              <a:off x="-929521" y="-366300"/>
              <a:ext cx="3031815" cy="200457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2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2"/>
          <p:cNvGrpSpPr/>
          <p:nvPr/>
        </p:nvGrpSpPr>
        <p:grpSpPr>
          <a:xfrm>
            <a:off x="5634700" y="-1073869"/>
            <a:ext cx="7542167" cy="7636641"/>
            <a:chOff x="5482300" y="-1150069"/>
            <a:chExt cx="7542167" cy="7636641"/>
          </a:xfrm>
        </p:grpSpPr>
        <p:sp>
          <p:nvSpPr>
            <p:cNvPr id="30" name="Google Shape;30;p22"/>
            <p:cNvSpPr/>
            <p:nvPr/>
          </p:nvSpPr>
          <p:spPr>
            <a:xfrm flipH="1" rot="10800000">
              <a:off x="6369828" y="-1150069"/>
              <a:ext cx="6654639" cy="7636641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" name="Google Shape;31;p22"/>
            <p:cNvGrpSpPr/>
            <p:nvPr/>
          </p:nvGrpSpPr>
          <p:grpSpPr>
            <a:xfrm flipH="1" rot="10800000">
              <a:off x="6016263" y="1621718"/>
              <a:ext cx="2553081" cy="3705672"/>
              <a:chOff x="6769513" y="299393"/>
              <a:chExt cx="1308620" cy="1899526"/>
            </a:xfrm>
          </p:grpSpPr>
          <p:sp>
            <p:nvSpPr>
              <p:cNvPr id="32" name="Google Shape;32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2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" name="Google Shape;48;p22"/>
            <p:cNvSpPr/>
            <p:nvPr/>
          </p:nvSpPr>
          <p:spPr>
            <a:xfrm flipH="1" rot="10800000">
              <a:off x="7424539" y="4645063"/>
              <a:ext cx="727773" cy="727773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22"/>
          <p:cNvSpPr txBox="1"/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2" type="subTitle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23"/>
          <p:cNvSpPr txBox="1"/>
          <p:nvPr>
            <p:ph idx="4" type="subTitle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5" type="subTitle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23"/>
          <p:cNvSpPr txBox="1"/>
          <p:nvPr>
            <p:ph idx="7" type="subTitle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8" type="subTitle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3" type="title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23"/>
          <p:cNvSpPr txBox="1"/>
          <p:nvPr>
            <p:ph idx="14" type="subTitle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5" type="subTitle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65" name="Google Shape;65;p2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66" name="Google Shape;66;p23"/>
            <p:cNvSpPr/>
            <p:nvPr/>
          </p:nvSpPr>
          <p:spPr>
            <a:xfrm>
              <a:off x="-3389800" y="-360873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23"/>
            <p:cNvGrpSpPr/>
            <p:nvPr/>
          </p:nvGrpSpPr>
          <p:grpSpPr>
            <a:xfrm>
              <a:off x="-1419600" y="387590"/>
              <a:ext cx="2381712" cy="3328976"/>
              <a:chOff x="7655072" y="-407632"/>
              <a:chExt cx="2008528" cy="2807367"/>
            </a:xfrm>
          </p:grpSpPr>
          <p:sp>
            <p:nvSpPr>
              <p:cNvPr id="68" name="Google Shape;68;p2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74" name="Google Shape;74;p2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2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77" name="Google Shape;77;p2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" name="Google Shape;80;p2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81" name="Google Shape;81;p23"/>
            <p:cNvSpPr/>
            <p:nvPr/>
          </p:nvSpPr>
          <p:spPr>
            <a:xfrm>
              <a:off x="6133478" y="-10886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2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83" name="Google Shape;83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23"/>
            <p:cNvGrpSpPr/>
            <p:nvPr/>
          </p:nvGrpSpPr>
          <p:grpSpPr>
            <a:xfrm>
              <a:off x="8389396" y="1055350"/>
              <a:ext cx="1228885" cy="2188720"/>
              <a:chOff x="8389396" y="1055350"/>
              <a:chExt cx="1228885" cy="2188720"/>
            </a:xfrm>
          </p:grpSpPr>
          <p:sp>
            <p:nvSpPr>
              <p:cNvPr id="92" name="Google Shape;92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4"/>
          <p:cNvGrpSpPr/>
          <p:nvPr/>
        </p:nvGrpSpPr>
        <p:grpSpPr>
          <a:xfrm>
            <a:off x="-1373076" y="-1209900"/>
            <a:ext cx="11890151" cy="7563300"/>
            <a:chOff x="-1373076" y="-1366629"/>
            <a:chExt cx="11890151" cy="7563300"/>
          </a:xfrm>
        </p:grpSpPr>
        <p:sp>
          <p:nvSpPr>
            <p:cNvPr id="96" name="Google Shape;96;p24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" name="Google Shape;97;p24"/>
            <p:cNvGrpSpPr/>
            <p:nvPr/>
          </p:nvGrpSpPr>
          <p:grpSpPr>
            <a:xfrm>
              <a:off x="5467203" y="316173"/>
              <a:ext cx="5049872" cy="5880498"/>
              <a:chOff x="5462123" y="316173"/>
              <a:chExt cx="5049872" cy="5880498"/>
            </a:xfrm>
          </p:grpSpPr>
          <p:sp>
            <p:nvSpPr>
              <p:cNvPr id="98" name="Google Shape;98;p24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rect b="b" l="l" r="r" t="t"/>
                <a:pathLst>
                  <a:path extrusionOk="0" h="13154" w="22289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" name="Google Shape;99;p24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100" name="Google Shape;100;p24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rect b="b" l="l" r="r" t="t"/>
                  <a:pathLst>
                    <a:path extrusionOk="0" h="60996" w="43776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01;p24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rect b="b" l="l" r="r" t="t"/>
                  <a:pathLst>
                    <a:path extrusionOk="0" h="7539" w="7539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24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rect b="b" l="l" r="r" t="t"/>
                  <a:pathLst>
                    <a:path extrusionOk="0" h="1854" w="2158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24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rect b="b" l="l" r="r" t="t"/>
                  <a:pathLst>
                    <a:path extrusionOk="0" h="1849" w="2162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24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rect b="b" l="l" r="r" t="t"/>
                  <a:pathLst>
                    <a:path extrusionOk="0" h="6629" w="11293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5" name="Google Shape;105;p24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-1311941" y="-578758"/>
              <a:ext cx="4078254" cy="2696967"/>
            </a:xfrm>
            <a:custGeom>
              <a:rect b="b" l="l" r="r" t="t"/>
              <a:pathLst>
                <a:path extrusionOk="0" h="20595" w="31143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24"/>
            <p:cNvGrpSpPr/>
            <p:nvPr/>
          </p:nvGrpSpPr>
          <p:grpSpPr>
            <a:xfrm flipH="1">
              <a:off x="1274214" y="4295411"/>
              <a:ext cx="647438" cy="321825"/>
              <a:chOff x="7990044" y="3252744"/>
              <a:chExt cx="516875" cy="256925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24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117" name="Google Shape;117;p24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rect b="b" l="l" r="r" t="t"/>
                <a:pathLst>
                  <a:path extrusionOk="0" h="6326" w="902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4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4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4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rect b="b" l="l" r="r" t="t"/>
                <a:pathLst>
                  <a:path extrusionOk="0" h="11365" w="11393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24"/>
            <p:cNvGrpSpPr/>
            <p:nvPr/>
          </p:nvGrpSpPr>
          <p:grpSpPr>
            <a:xfrm>
              <a:off x="-1373076" y="1927074"/>
              <a:ext cx="2698430" cy="3917462"/>
              <a:chOff x="7726148" y="679122"/>
              <a:chExt cx="2698430" cy="3917462"/>
            </a:xfrm>
          </p:grpSpPr>
          <p:sp>
            <p:nvSpPr>
              <p:cNvPr id="124" name="Google Shape;124;p24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4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rect b="b" l="l" r="r" t="t"/>
                <a:pathLst>
                  <a:path extrusionOk="0" h="1522" w="1774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4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rect b="b" l="l" r="r" t="t"/>
                <a:pathLst>
                  <a:path extrusionOk="0" h="19191" w="12594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4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rect b="b" l="l" r="r" t="t"/>
                <a:pathLst>
                  <a:path extrusionOk="0" h="10589" w="6701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4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131" name="Google Shape;131;p24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4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4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134" name="Google Shape;134;p24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rect b="b" l="l" r="r" t="t"/>
                <a:pathLst>
                  <a:path extrusionOk="0" h="1157" w="1635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4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4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4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" name="Google Shape;139;p24"/>
            <p:cNvSpPr/>
            <p:nvPr/>
          </p:nvSpPr>
          <p:spPr>
            <a:xfrm>
              <a:off x="7306875" y="4600447"/>
              <a:ext cx="2229499" cy="657745"/>
            </a:xfrm>
            <a:custGeom>
              <a:rect b="b" l="l" r="r" t="t"/>
              <a:pathLst>
                <a:path extrusionOk="0" h="6486" w="21985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rect b="b" l="l" r="r" t="t"/>
              <a:pathLst>
                <a:path extrusionOk="0" h="22361" w="15781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4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2" name="Google Shape;142;p24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147" name="Google Shape;147;p25"/>
          <p:cNvGrpSpPr/>
          <p:nvPr/>
        </p:nvGrpSpPr>
        <p:grpSpPr>
          <a:xfrm>
            <a:off x="4590435" y="-1007875"/>
            <a:ext cx="6038601" cy="7441010"/>
            <a:chOff x="4590435" y="-1007875"/>
            <a:chExt cx="6038601" cy="7441010"/>
          </a:xfrm>
        </p:grpSpPr>
        <p:sp>
          <p:nvSpPr>
            <p:cNvPr id="148" name="Google Shape;148;p25"/>
            <p:cNvSpPr/>
            <p:nvPr/>
          </p:nvSpPr>
          <p:spPr>
            <a:xfrm>
              <a:off x="5025290" y="1403608"/>
              <a:ext cx="5603746" cy="5029527"/>
            </a:xfrm>
            <a:custGeom>
              <a:rect b="b" l="l" r="r" t="t"/>
              <a:pathLst>
                <a:path extrusionOk="0" h="62162" w="69259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4590435" y="-831208"/>
              <a:ext cx="5930985" cy="6805915"/>
            </a:xfrm>
            <a:custGeom>
              <a:rect b="b" l="l" r="r" t="t"/>
              <a:pathLst>
                <a:path extrusionOk="0" h="79795" w="69537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25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151" name="Google Shape;151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5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rect b="b" l="l" r="r" t="t"/>
                <a:pathLst>
                  <a:path extrusionOk="0" h="1276" w="1332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5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rect b="b" l="l" r="r" t="t"/>
                <a:pathLst>
                  <a:path extrusionOk="0" h="1276" w="1277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25"/>
            <p:cNvGrpSpPr/>
            <p:nvPr/>
          </p:nvGrpSpPr>
          <p:grpSpPr>
            <a:xfrm>
              <a:off x="5052941" y="-1007875"/>
              <a:ext cx="3372033" cy="3579622"/>
              <a:chOff x="6474042" y="-61911"/>
              <a:chExt cx="4446246" cy="4719966"/>
            </a:xfrm>
          </p:grpSpPr>
          <p:sp>
            <p:nvSpPr>
              <p:cNvPr id="160" name="Google Shape;160;p25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5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rect b="b" l="l" r="r" t="t"/>
                <a:pathLst>
                  <a:path extrusionOk="0" h="5490" w="5491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5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rect b="b" l="l" r="r" t="t"/>
                <a:pathLst>
                  <a:path extrusionOk="0" h="2275" w="2274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5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5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" name="Google Shape;165;p25"/>
            <p:cNvSpPr/>
            <p:nvPr/>
          </p:nvSpPr>
          <p:spPr>
            <a:xfrm>
              <a:off x="7522237" y="-209327"/>
              <a:ext cx="1798786" cy="1791641"/>
            </a:xfrm>
            <a:custGeom>
              <a:rect b="b" l="l" r="r" t="t"/>
              <a:pathLst>
                <a:path extrusionOk="0" h="13974" w="1403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" name="Google Shape;166;p25"/>
            <p:cNvGrpSpPr/>
            <p:nvPr/>
          </p:nvGrpSpPr>
          <p:grpSpPr>
            <a:xfrm>
              <a:off x="6066323" y="845916"/>
              <a:ext cx="3431384" cy="3617770"/>
              <a:chOff x="5563238" y="409147"/>
              <a:chExt cx="4473190" cy="4716164"/>
            </a:xfrm>
          </p:grpSpPr>
          <p:sp>
            <p:nvSpPr>
              <p:cNvPr id="167" name="Google Shape;167;p25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5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rect b="b" l="l" r="r" t="t"/>
                <a:pathLst>
                  <a:path extrusionOk="0" h="5490" w="5547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5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5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rect b="b" l="l" r="r" t="t"/>
                <a:pathLst>
                  <a:path extrusionOk="0" h="2275" w="2275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5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5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rect b="b" l="l" r="r" t="t"/>
                <a:pathLst>
                  <a:path extrusionOk="0" h="13974" w="1403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25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174" name="Google Shape;174;p25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rect b="b" l="l" r="r" t="t"/>
                <a:pathLst>
                  <a:path extrusionOk="0" h="2330" w="389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rect b="b" l="l" r="r" t="t"/>
                <a:pathLst>
                  <a:path extrusionOk="0" h="334" w="233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25"/>
            <p:cNvGrpSpPr/>
            <p:nvPr/>
          </p:nvGrpSpPr>
          <p:grpSpPr>
            <a:xfrm>
              <a:off x="8049231" y="4543486"/>
              <a:ext cx="744776" cy="130184"/>
              <a:chOff x="8829494" y="3047299"/>
              <a:chExt cx="744776" cy="130184"/>
            </a:xfrm>
          </p:grpSpPr>
          <p:sp>
            <p:nvSpPr>
              <p:cNvPr id="177" name="Google Shape;177;p25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25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183" name="Google Shape;183;p25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rect b="b" l="l" r="r" t="t"/>
                <a:pathLst>
                  <a:path extrusionOk="0" h="722" w="4382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rect b="b" l="l" r="r" t="t"/>
                <a:pathLst>
                  <a:path extrusionOk="0" h="722" w="2164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rect b="b" l="l" r="r" t="t"/>
                <a:pathLst>
                  <a:path extrusionOk="0" h="722" w="722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25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187" name="Google Shape;187;p25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rect b="b" l="l" r="r" t="t"/>
                <a:pathLst>
                  <a:path extrusionOk="0" h="9040" w="30499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6"/>
          <p:cNvGrpSpPr/>
          <p:nvPr/>
        </p:nvGrpSpPr>
        <p:grpSpPr>
          <a:xfrm>
            <a:off x="-1088076" y="-1000252"/>
            <a:ext cx="3803739" cy="4516379"/>
            <a:chOff x="-1060422" y="-1000252"/>
            <a:chExt cx="3803739" cy="4516379"/>
          </a:xfrm>
        </p:grpSpPr>
        <p:sp>
          <p:nvSpPr>
            <p:cNvPr id="191" name="Google Shape;191;p26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26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193" name="Google Shape;193;p26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6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26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196" name="Google Shape;196;p2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197" name="Google Shape;197;p2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2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p2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2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2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02" name="Google Shape;202;p2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3" name="Google Shape;203;p26"/>
          <p:cNvGrpSpPr/>
          <p:nvPr/>
        </p:nvGrpSpPr>
        <p:grpSpPr>
          <a:xfrm>
            <a:off x="265777" y="4373873"/>
            <a:ext cx="4306226" cy="2966902"/>
            <a:chOff x="293430" y="4373873"/>
            <a:chExt cx="4306226" cy="2966902"/>
          </a:xfrm>
        </p:grpSpPr>
        <p:grpSp>
          <p:nvGrpSpPr>
            <p:cNvPr id="204" name="Google Shape;204;p26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205" name="Google Shape;205;p26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6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6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26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213;p26"/>
            <p:cNvGrpSpPr/>
            <p:nvPr/>
          </p:nvGrpSpPr>
          <p:grpSpPr>
            <a:xfrm flipH="1" rot="5400000">
              <a:off x="963092" y="3704211"/>
              <a:ext cx="2966902" cy="4306226"/>
              <a:chOff x="6769513" y="299393"/>
              <a:chExt cx="1308620" cy="1899526"/>
            </a:xfrm>
          </p:grpSpPr>
          <p:sp>
            <p:nvSpPr>
              <p:cNvPr id="214" name="Google Shape;214;p2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2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2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0" name="Google Shape;220;p26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1" name="Google Shape;221;p26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27"/>
          <p:cNvGrpSpPr/>
          <p:nvPr/>
        </p:nvGrpSpPr>
        <p:grpSpPr>
          <a:xfrm>
            <a:off x="-655997" y="3837819"/>
            <a:ext cx="4859943" cy="2698430"/>
            <a:chOff x="-788304" y="3837819"/>
            <a:chExt cx="4859943" cy="2698430"/>
          </a:xfrm>
        </p:grpSpPr>
        <p:sp>
          <p:nvSpPr>
            <p:cNvPr id="224" name="Google Shape;224;p27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" name="Google Shape;225;p27"/>
            <p:cNvGrpSpPr/>
            <p:nvPr/>
          </p:nvGrpSpPr>
          <p:grpSpPr>
            <a:xfrm flipH="1">
              <a:off x="1320303" y="4461358"/>
              <a:ext cx="647438" cy="321825"/>
              <a:chOff x="7990044" y="3252744"/>
              <a:chExt cx="516875" cy="256925"/>
            </a:xfrm>
          </p:grpSpPr>
          <p:sp>
            <p:nvSpPr>
              <p:cNvPr id="226" name="Google Shape;226;p27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7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7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27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7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7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7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7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27"/>
            <p:cNvGrpSpPr/>
            <p:nvPr/>
          </p:nvGrpSpPr>
          <p:grpSpPr>
            <a:xfrm rot="5400000">
              <a:off x="813121" y="3277731"/>
              <a:ext cx="2698430" cy="3818606"/>
              <a:chOff x="7726148" y="777978"/>
              <a:chExt cx="2698430" cy="3818606"/>
            </a:xfrm>
          </p:grpSpPr>
          <p:sp>
            <p:nvSpPr>
              <p:cNvPr id="235" name="Google Shape;235;p27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7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7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38" name="Google Shape;238;p27"/>
          <p:cNvGrpSpPr/>
          <p:nvPr/>
        </p:nvGrpSpPr>
        <p:grpSpPr>
          <a:xfrm flipH="1">
            <a:off x="5745067" y="-1801575"/>
            <a:ext cx="4054930" cy="3690696"/>
            <a:chOff x="-626842" y="-1801575"/>
            <a:chExt cx="4054930" cy="3690696"/>
          </a:xfrm>
        </p:grpSpPr>
        <p:sp>
          <p:nvSpPr>
            <p:cNvPr id="239" name="Google Shape;239;p27"/>
            <p:cNvSpPr/>
            <p:nvPr/>
          </p:nvSpPr>
          <p:spPr>
            <a:xfrm>
              <a:off x="-626842" y="-190870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0" name="Google Shape;240;p27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241" name="Google Shape;241;p27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27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27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7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27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246" name="Google Shape;246;p27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7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8" name="Google Shape;248;p27"/>
          <p:cNvSpPr txBox="1"/>
          <p:nvPr>
            <p:ph type="title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9" name="Google Shape;249;p27"/>
          <p:cNvSpPr txBox="1"/>
          <p:nvPr>
            <p:ph idx="1" type="subTitle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50" name="Google Shape;250;p27"/>
          <p:cNvSpPr txBox="1"/>
          <p:nvPr>
            <p:ph idx="2" type="subTitle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3" type="title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2" name="Google Shape;252;p27"/>
          <p:cNvSpPr txBox="1"/>
          <p:nvPr>
            <p:ph idx="4" type="subTitle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53" name="Google Shape;253;p27"/>
          <p:cNvSpPr txBox="1"/>
          <p:nvPr>
            <p:ph idx="5" type="subTitle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6" type="title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5" name="Google Shape;255;p27"/>
          <p:cNvSpPr txBox="1"/>
          <p:nvPr>
            <p:ph idx="7" type="subTitle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56" name="Google Shape;256;p27"/>
          <p:cNvSpPr txBox="1"/>
          <p:nvPr>
            <p:ph idx="8" type="subTitle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7" name="Google Shape;257;p27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8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260" name="Google Shape;260;p28"/>
            <p:cNvSpPr/>
            <p:nvPr/>
          </p:nvSpPr>
          <p:spPr>
            <a:xfrm>
              <a:off x="5368428" y="-23718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28"/>
            <p:cNvGrpSpPr/>
            <p:nvPr/>
          </p:nvGrpSpPr>
          <p:grpSpPr>
            <a:xfrm flipH="1" rot="-5400000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262" name="Google Shape;262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0" name="Google Shape;270;p28"/>
            <p:cNvGrpSpPr/>
            <p:nvPr/>
          </p:nvGrpSpPr>
          <p:grpSpPr>
            <a:xfrm>
              <a:off x="8375532" y="539146"/>
              <a:ext cx="1228885" cy="2188720"/>
              <a:chOff x="8389396" y="1055350"/>
              <a:chExt cx="1228885" cy="2188720"/>
            </a:xfrm>
          </p:grpSpPr>
          <p:sp>
            <p:nvSpPr>
              <p:cNvPr id="271" name="Google Shape;271;p2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2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3" name="Google Shape;273;p28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274" name="Google Shape;274;p28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275" name="Google Shape;275;p2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28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279" name="Google Shape;279;p28"/>
              <p:cNvGrpSpPr/>
              <p:nvPr/>
            </p:nvGrpSpPr>
            <p:grpSpPr>
              <a:xfrm>
                <a:off x="-1553565" y="387590"/>
                <a:ext cx="2381712" cy="3328976"/>
                <a:chOff x="7655072" y="-407632"/>
                <a:chExt cx="2008528" cy="2807367"/>
              </a:xfrm>
            </p:grpSpPr>
            <p:sp>
              <p:nvSpPr>
                <p:cNvPr id="280" name="Google Shape;280;p28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rect b="b" l="l" r="r" t="t"/>
                  <a:pathLst>
                    <a:path extrusionOk="0" h="45293" w="32508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p28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rect b="b" l="l" r="r" t="t"/>
                  <a:pathLst>
                    <a:path extrusionOk="0" h="5600" w="5597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28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rect b="b" l="l" r="r" t="t"/>
                  <a:pathLst>
                    <a:path extrusionOk="0" h="1373" w="1374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p28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rect b="b" l="l" r="r" t="t"/>
                  <a:pathLst>
                    <a:path extrusionOk="0" h="1377" w="1606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" name="Google Shape;284;p28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rect b="b" l="l" r="r" t="t"/>
                  <a:pathLst>
                    <a:path extrusionOk="0" h="4924" w="8383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5" name="Google Shape;285;p28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286" name="Google Shape;286;p28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rect b="b" l="l" r="r" t="t"/>
                  <a:pathLst>
                    <a:path extrusionOk="0" h="82432" w="71832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p28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rect b="b" l="l" r="r" t="t"/>
                  <a:pathLst>
                    <a:path extrusionOk="0" h="17609" w="9972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88" name="Google Shape;288;p28"/>
          <p:cNvSpPr txBox="1"/>
          <p:nvPr>
            <p:ph idx="1" type="subTitle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subTitle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3" type="subTitle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subTitle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92" name="Google Shape;292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5" type="title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6" type="title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2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297" name="Google Shape;297;p2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8" name="Google Shape;298;p29"/>
            <p:cNvGrpSpPr/>
            <p:nvPr/>
          </p:nvGrpSpPr>
          <p:grpSpPr>
            <a:xfrm flipH="1">
              <a:off x="8026531" y="1401565"/>
              <a:ext cx="2381712" cy="3328976"/>
              <a:chOff x="7655072" y="-407632"/>
              <a:chExt cx="2008528" cy="2807367"/>
            </a:xfrm>
          </p:grpSpPr>
          <p:sp>
            <p:nvSpPr>
              <p:cNvPr id="299" name="Google Shape;299;p2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2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2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2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2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305" name="Google Shape;305;p2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2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7" name="Google Shape;307;p2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308" name="Google Shape;308;p2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2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1" name="Google Shape;311;p2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312" name="Google Shape;312;p29"/>
            <p:cNvSpPr/>
            <p:nvPr/>
          </p:nvSpPr>
          <p:spPr>
            <a:xfrm>
              <a:off x="-2438675" y="1770046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3" name="Google Shape;313;p29"/>
            <p:cNvGrpSpPr/>
            <p:nvPr/>
          </p:nvGrpSpPr>
          <p:grpSpPr>
            <a:xfrm flipH="1" rot="-5400000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314" name="Google Shape;314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2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2" name="Google Shape;322;p29"/>
            <p:cNvGrpSpPr/>
            <p:nvPr/>
          </p:nvGrpSpPr>
          <p:grpSpPr>
            <a:xfrm flipH="1">
              <a:off x="-408087" y="3405850"/>
              <a:ext cx="1228885" cy="2188720"/>
              <a:chOff x="8389396" y="1055350"/>
              <a:chExt cx="1228885" cy="2188720"/>
            </a:xfrm>
          </p:grpSpPr>
          <p:sp>
            <p:nvSpPr>
              <p:cNvPr id="323" name="Google Shape;323;p2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2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5" name="Google Shape;325;p29"/>
          <p:cNvSpPr txBox="1"/>
          <p:nvPr>
            <p:ph idx="1" type="body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326" name="Google Shape;326;p29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30"/>
          <p:cNvGrpSpPr/>
          <p:nvPr/>
        </p:nvGrpSpPr>
        <p:grpSpPr>
          <a:xfrm>
            <a:off x="6302380" y="-753973"/>
            <a:ext cx="4838247" cy="8737197"/>
            <a:chOff x="6149980" y="-753973"/>
            <a:chExt cx="4838247" cy="8737197"/>
          </a:xfrm>
        </p:grpSpPr>
        <p:sp>
          <p:nvSpPr>
            <p:cNvPr id="329" name="Google Shape;329;p30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" name="Google Shape;330;p30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331" name="Google Shape;331;p3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3" name="Google Shape;333;p30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334" name="Google Shape;334;p3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35" name="Google Shape;335;p3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3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3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" name="Google Shape;338;p3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9" name="Google Shape;339;p3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0" name="Google Shape;340;p3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" name="Google Shape;341;p30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2" name="Google Shape;342;p30"/>
            <p:cNvGrpSpPr/>
            <p:nvPr/>
          </p:nvGrpSpPr>
          <p:grpSpPr>
            <a:xfrm>
              <a:off x="7560791" y="3580603"/>
              <a:ext cx="3173104" cy="4402621"/>
              <a:chOff x="2132995" y="960308"/>
              <a:chExt cx="496177" cy="688437"/>
            </a:xfrm>
          </p:grpSpPr>
          <p:sp>
            <p:nvSpPr>
              <p:cNvPr id="343" name="Google Shape;343;p30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30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30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30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30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8" name="Google Shape;348;p30"/>
          <p:cNvGrpSpPr/>
          <p:nvPr/>
        </p:nvGrpSpPr>
        <p:grpSpPr>
          <a:xfrm>
            <a:off x="-2749105" y="-2045482"/>
            <a:ext cx="6654696" cy="9234462"/>
            <a:chOff x="-2596705" y="-2045482"/>
            <a:chExt cx="6654696" cy="9234462"/>
          </a:xfrm>
        </p:grpSpPr>
        <p:grpSp>
          <p:nvGrpSpPr>
            <p:cNvPr id="349" name="Google Shape;349;p30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350" name="Google Shape;350;p3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3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3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3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8" name="Google Shape;358;p30"/>
            <p:cNvSpPr/>
            <p:nvPr/>
          </p:nvSpPr>
          <p:spPr>
            <a:xfrm>
              <a:off x="-2596705" y="-1246603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9" name="Google Shape;359;p30"/>
            <p:cNvGrpSpPr/>
            <p:nvPr/>
          </p:nvGrpSpPr>
          <p:grpSpPr>
            <a:xfrm rot="10800000">
              <a:off x="-1185762" y="-2045482"/>
              <a:ext cx="2901864" cy="4211820"/>
              <a:chOff x="6769513" y="299393"/>
              <a:chExt cx="1308620" cy="1899526"/>
            </a:xfrm>
          </p:grpSpPr>
          <p:sp>
            <p:nvSpPr>
              <p:cNvPr id="360" name="Google Shape;360;p30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0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30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30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0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30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6" name="Google Shape;366;p30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7" name="Google Shape;367;p30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368" name="Google Shape;368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30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375" name="Google Shape;375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81" name="Google Shape;381;p30"/>
          <p:cNvSpPr txBox="1"/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82" name="Google Shape;382;p30"/>
          <p:cNvSpPr txBox="1"/>
          <p:nvPr>
            <p:ph idx="1" type="subTitle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3" name="Google Shape;383;p30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32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387" name="Google Shape;387;p32"/>
            <p:cNvSpPr/>
            <p:nvPr/>
          </p:nvSpPr>
          <p:spPr>
            <a:xfrm>
              <a:off x="-1296571" y="0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8" name="Google Shape;388;p32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389" name="Google Shape;389;p3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90" name="Google Shape;390;p3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3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3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3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3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" name="Google Shape;395;p3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6" name="Google Shape;396;p32"/>
          <p:cNvGrpSpPr/>
          <p:nvPr/>
        </p:nvGrpSpPr>
        <p:grpSpPr>
          <a:xfrm>
            <a:off x="5245253" y="-441860"/>
            <a:ext cx="6654696" cy="9380357"/>
            <a:chOff x="5245253" y="-441860"/>
            <a:chExt cx="6654696" cy="9380357"/>
          </a:xfrm>
        </p:grpSpPr>
        <p:sp>
          <p:nvSpPr>
            <p:cNvPr id="397" name="Google Shape;397;p32"/>
            <p:cNvSpPr/>
            <p:nvPr/>
          </p:nvSpPr>
          <p:spPr>
            <a:xfrm flipH="1" rot="10800000">
              <a:off x="5245253" y="1301790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8" name="Google Shape;398;p32"/>
            <p:cNvGrpSpPr/>
            <p:nvPr/>
          </p:nvGrpSpPr>
          <p:grpSpPr>
            <a:xfrm flipH="1">
              <a:off x="8418770" y="-441860"/>
              <a:ext cx="2708843" cy="3931640"/>
              <a:chOff x="6769513" y="299393"/>
              <a:chExt cx="1308620" cy="1899526"/>
            </a:xfrm>
          </p:grpSpPr>
          <p:sp>
            <p:nvSpPr>
              <p:cNvPr id="399" name="Google Shape;399;p3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5" name="Google Shape;405;p3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 flipH="1" rot="10800000">
              <a:off x="8796218" y="3575323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33"/>
          <p:cNvGrpSpPr/>
          <p:nvPr/>
        </p:nvGrpSpPr>
        <p:grpSpPr>
          <a:xfrm flipH="1" rot="10800000">
            <a:off x="8002875" y="-893617"/>
            <a:ext cx="1599392" cy="2188720"/>
            <a:chOff x="8051125" y="4018221"/>
            <a:chExt cx="1599392" cy="2188720"/>
          </a:xfrm>
        </p:grpSpPr>
        <p:sp>
          <p:nvSpPr>
            <p:cNvPr id="409" name="Google Shape;409;p33"/>
            <p:cNvSpPr/>
            <p:nvPr/>
          </p:nvSpPr>
          <p:spPr>
            <a:xfrm>
              <a:off x="8051125" y="4157250"/>
              <a:ext cx="1311339" cy="1311189"/>
            </a:xfrm>
            <a:custGeom>
              <a:rect b="b" l="l" r="r" t="t"/>
              <a:pathLst>
                <a:path extrusionOk="0" h="8762" w="8763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0" name="Google Shape;410;p33"/>
            <p:cNvGrpSpPr/>
            <p:nvPr/>
          </p:nvGrpSpPr>
          <p:grpSpPr>
            <a:xfrm>
              <a:off x="8421632" y="4018221"/>
              <a:ext cx="1228885" cy="2188720"/>
              <a:chOff x="8389396" y="1055350"/>
              <a:chExt cx="1228885" cy="2188720"/>
            </a:xfrm>
          </p:grpSpPr>
          <p:sp>
            <p:nvSpPr>
              <p:cNvPr id="411" name="Google Shape;411;p3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3" name="Google Shape;413;p3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414" name="Google Shape;414;p3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415" name="Google Shape;415;p3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rect b="b" l="l" r="r" t="t"/>
                <a:pathLst>
                  <a:path extrusionOk="0" h="82432" w="71832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3"/>
            <p:cNvGrpSpPr/>
            <p:nvPr/>
          </p:nvGrpSpPr>
          <p:grpSpPr>
            <a:xfrm flipH="1" rot="-5400000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418" name="Google Shape;418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g3617bb5a9ba_0_411"/>
          <p:cNvGrpSpPr/>
          <p:nvPr/>
        </p:nvGrpSpPr>
        <p:grpSpPr>
          <a:xfrm>
            <a:off x="-1897800" y="-564139"/>
            <a:ext cx="12137626" cy="7877285"/>
            <a:chOff x="-1897800" y="-564139"/>
            <a:chExt cx="12137626" cy="7877285"/>
          </a:xfrm>
        </p:grpSpPr>
        <p:sp>
          <p:nvSpPr>
            <p:cNvPr id="428" name="Google Shape;428;g3617bb5a9ba_0_411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617bb5a9ba_0_411"/>
            <p:cNvSpPr/>
            <p:nvPr/>
          </p:nvSpPr>
          <p:spPr>
            <a:xfrm>
              <a:off x="-1897800" y="1636082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0" name="Google Shape;430;g3617bb5a9ba_0_411"/>
            <p:cNvGrpSpPr/>
            <p:nvPr/>
          </p:nvGrpSpPr>
          <p:grpSpPr>
            <a:xfrm>
              <a:off x="2033622" y="4281745"/>
              <a:ext cx="618213" cy="306426"/>
              <a:chOff x="5989375" y="1843575"/>
              <a:chExt cx="136525" cy="67675"/>
            </a:xfrm>
          </p:grpSpPr>
          <p:sp>
            <p:nvSpPr>
              <p:cNvPr id="431" name="Google Shape;431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g3617bb5a9ba_0_411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g3617bb5a9ba_0_411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" name="Google Shape;439;g3617bb5a9ba_0_411"/>
            <p:cNvGrpSpPr/>
            <p:nvPr/>
          </p:nvGrpSpPr>
          <p:grpSpPr>
            <a:xfrm>
              <a:off x="726170" y="3312113"/>
              <a:ext cx="1228885" cy="2188720"/>
              <a:chOff x="8389396" y="1055350"/>
              <a:chExt cx="1228885" cy="2188720"/>
            </a:xfrm>
          </p:grpSpPr>
          <p:sp>
            <p:nvSpPr>
              <p:cNvPr id="440" name="Google Shape;440;g3617bb5a9ba_0_411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g3617bb5a9ba_0_411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" name="Google Shape;442;g3617bb5a9ba_0_411"/>
            <p:cNvSpPr/>
            <p:nvPr/>
          </p:nvSpPr>
          <p:spPr>
            <a:xfrm>
              <a:off x="6877775" y="3554813"/>
              <a:ext cx="3075605" cy="2033485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g3617bb5a9ba_0_411"/>
            <p:cNvGrpSpPr/>
            <p:nvPr/>
          </p:nvGrpSpPr>
          <p:grpSpPr>
            <a:xfrm flipH="1" rot="5400000">
              <a:off x="8547291" y="741426"/>
              <a:ext cx="1228900" cy="2156170"/>
              <a:chOff x="455034" y="-121633"/>
              <a:chExt cx="629947" cy="1105275"/>
            </a:xfrm>
          </p:grpSpPr>
          <p:sp>
            <p:nvSpPr>
              <p:cNvPr id="444" name="Google Shape;444;g3617bb5a9ba_0_411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g3617bb5a9ba_0_411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" name="Google Shape;446;g3617bb5a9ba_0_411"/>
            <p:cNvGrpSpPr/>
            <p:nvPr/>
          </p:nvGrpSpPr>
          <p:grpSpPr>
            <a:xfrm flipH="1" rot="5400000">
              <a:off x="8103952" y="2323328"/>
              <a:ext cx="471865" cy="38050"/>
              <a:chOff x="6298452" y="2390050"/>
              <a:chExt cx="140725" cy="11350"/>
            </a:xfrm>
          </p:grpSpPr>
          <p:sp>
            <p:nvSpPr>
              <p:cNvPr id="447" name="Google Shape;447;g3617bb5a9ba_0_411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g3617bb5a9ba_0_411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g3617bb5a9ba_0_411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g3617bb5a9ba_0_411"/>
            <p:cNvGrpSpPr/>
            <p:nvPr/>
          </p:nvGrpSpPr>
          <p:grpSpPr>
            <a:xfrm rot="5400000">
              <a:off x="5977383" y="2664533"/>
              <a:ext cx="2375894" cy="3296648"/>
              <a:chOff x="2132995" y="960308"/>
              <a:chExt cx="496177" cy="688437"/>
            </a:xfrm>
          </p:grpSpPr>
          <p:sp>
            <p:nvSpPr>
              <p:cNvPr id="451" name="Google Shape;451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6" name="Google Shape;456;g3617bb5a9ba_0_411"/>
            <p:cNvGrpSpPr/>
            <p:nvPr/>
          </p:nvGrpSpPr>
          <p:grpSpPr>
            <a:xfrm>
              <a:off x="1592531" y="555358"/>
              <a:ext cx="457202" cy="78377"/>
              <a:chOff x="3029245" y="907035"/>
              <a:chExt cx="129011" cy="22560"/>
            </a:xfrm>
          </p:grpSpPr>
          <p:sp>
            <p:nvSpPr>
              <p:cNvPr id="457" name="Google Shape;457;g3617bb5a9ba_0_411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g3617bb5a9ba_0_411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g3617bb5a9ba_0_411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rect b="b" l="l" r="r" t="t"/>
                <a:pathLst>
                  <a:path extrusionOk="0" h="494" w="699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g3617bb5a9ba_0_411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rect b="b" l="l" r="r" t="t"/>
                <a:pathLst>
                  <a:path extrusionOk="0" h="494" w="69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g3617bb5a9ba_0_411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" name="Google Shape;462;g3617bb5a9ba_0_411"/>
            <p:cNvSpPr/>
            <p:nvPr/>
          </p:nvSpPr>
          <p:spPr>
            <a:xfrm>
              <a:off x="-1478400" y="2"/>
              <a:ext cx="3381525" cy="1996389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g3617bb5a9ba_0_411"/>
            <p:cNvGrpSpPr/>
            <p:nvPr/>
          </p:nvGrpSpPr>
          <p:grpSpPr>
            <a:xfrm flipH="1">
              <a:off x="465008" y="-564139"/>
              <a:ext cx="2374676" cy="2502550"/>
              <a:chOff x="2011428" y="602777"/>
              <a:chExt cx="774292" cy="815987"/>
            </a:xfrm>
          </p:grpSpPr>
          <p:sp>
            <p:nvSpPr>
              <p:cNvPr id="464" name="Google Shape;464;g3617bb5a9ba_0_411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17bb5a9ba_0_411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17bb5a9ba_0_411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17bb5a9ba_0_411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17bb5a9ba_0_411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17bb5a9ba_0_411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g3617bb5a9ba_0_411"/>
            <p:cNvGrpSpPr/>
            <p:nvPr/>
          </p:nvGrpSpPr>
          <p:grpSpPr>
            <a:xfrm flipH="1" rot="5400000">
              <a:off x="7897809" y="-611673"/>
              <a:ext cx="1047647" cy="1867549"/>
              <a:chOff x="4549150" y="1401575"/>
              <a:chExt cx="1183114" cy="2109034"/>
            </a:xfrm>
          </p:grpSpPr>
          <p:sp>
            <p:nvSpPr>
              <p:cNvPr id="471" name="Google Shape;471;g3617bb5a9ba_0_4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rect b="b" l="l" r="r" t="t"/>
                <a:pathLst>
                  <a:path extrusionOk="0" h="1121" w="1309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g3617bb5a9ba_0_4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rect b="b" l="l" r="r" t="t"/>
                <a:pathLst>
                  <a:path extrusionOk="0" h="17609" w="9973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g3617bb5a9ba_0_411"/>
            <p:cNvGrpSpPr/>
            <p:nvPr/>
          </p:nvGrpSpPr>
          <p:grpSpPr>
            <a:xfrm>
              <a:off x="-1552699" y="-385839"/>
              <a:ext cx="2375894" cy="3296648"/>
              <a:chOff x="2132995" y="960308"/>
              <a:chExt cx="496177" cy="688437"/>
            </a:xfrm>
          </p:grpSpPr>
          <p:sp>
            <p:nvSpPr>
              <p:cNvPr id="474" name="Google Shape;474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9" name="Google Shape;479;g3617bb5a9ba_0_411"/>
          <p:cNvSpPr txBox="1"/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g361ad1c8480_0_384"/>
          <p:cNvGrpSpPr/>
          <p:nvPr/>
        </p:nvGrpSpPr>
        <p:grpSpPr>
          <a:xfrm>
            <a:off x="-1088076" y="-1000251"/>
            <a:ext cx="3803738" cy="4516378"/>
            <a:chOff x="-1060422" y="-1000251"/>
            <a:chExt cx="3803738" cy="4516378"/>
          </a:xfrm>
        </p:grpSpPr>
        <p:sp>
          <p:nvSpPr>
            <p:cNvPr id="482" name="Google Shape;482;g361ad1c8480_0_384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3" name="Google Shape;483;g361ad1c8480_0_384"/>
            <p:cNvGrpSpPr/>
            <p:nvPr/>
          </p:nvGrpSpPr>
          <p:grpSpPr>
            <a:xfrm>
              <a:off x="945462" y="736364"/>
              <a:ext cx="219510" cy="219124"/>
              <a:chOff x="1466575" y="2391250"/>
              <a:chExt cx="59575" cy="59475"/>
            </a:xfrm>
          </p:grpSpPr>
          <p:sp>
            <p:nvSpPr>
              <p:cNvPr id="484" name="Google Shape;484;g361ad1c8480_0_384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g361ad1c8480_0_384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6" name="Google Shape;486;g361ad1c8480_0_384"/>
            <p:cNvGrpSpPr/>
            <p:nvPr/>
          </p:nvGrpSpPr>
          <p:grpSpPr>
            <a:xfrm>
              <a:off x="-384165" y="-1000251"/>
              <a:ext cx="3127481" cy="4516378"/>
              <a:chOff x="278244" y="-184324"/>
              <a:chExt cx="2358228" cy="3405503"/>
            </a:xfrm>
          </p:grpSpPr>
          <p:grpSp>
            <p:nvGrpSpPr>
              <p:cNvPr id="487" name="Google Shape;487;g361ad1c8480_0_384"/>
              <p:cNvGrpSpPr/>
              <p:nvPr/>
            </p:nvGrpSpPr>
            <p:grpSpPr>
              <a:xfrm>
                <a:off x="278244" y="-184324"/>
                <a:ext cx="2358228" cy="3336759"/>
                <a:chOff x="1181475" y="2041825"/>
                <a:chExt cx="620325" cy="877725"/>
              </a:xfrm>
            </p:grpSpPr>
            <p:sp>
              <p:nvSpPr>
                <p:cNvPr id="488" name="Google Shape;488;g361ad1c8480_0_384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9" name="Google Shape;489;g361ad1c8480_0_384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0" name="Google Shape;490;g361ad1c8480_0_38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g361ad1c8480_0_384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g361ad1c8480_0_38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93" name="Google Shape;493;g361ad1c8480_0_38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4" name="Google Shape;494;g361ad1c8480_0_384"/>
          <p:cNvGrpSpPr/>
          <p:nvPr/>
        </p:nvGrpSpPr>
        <p:grpSpPr>
          <a:xfrm>
            <a:off x="265778" y="4373866"/>
            <a:ext cx="4306225" cy="2966903"/>
            <a:chOff x="293431" y="4373866"/>
            <a:chExt cx="4306225" cy="2966903"/>
          </a:xfrm>
        </p:grpSpPr>
        <p:grpSp>
          <p:nvGrpSpPr>
            <p:cNvPr id="495" name="Google Shape;495;g361ad1c8480_0_384"/>
            <p:cNvGrpSpPr/>
            <p:nvPr/>
          </p:nvGrpSpPr>
          <p:grpSpPr>
            <a:xfrm>
              <a:off x="3565699" y="4429964"/>
              <a:ext cx="801674" cy="397824"/>
              <a:chOff x="1622300" y="2291700"/>
              <a:chExt cx="118800" cy="58950"/>
            </a:xfrm>
          </p:grpSpPr>
          <p:sp>
            <p:nvSpPr>
              <p:cNvPr id="496" name="Google Shape;496;g361ad1c8480_0_384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g361ad1c8480_0_384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g361ad1c8480_0_384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g361ad1c8480_0_384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4" name="Google Shape;504;g361ad1c8480_0_384"/>
            <p:cNvGrpSpPr/>
            <p:nvPr/>
          </p:nvGrpSpPr>
          <p:grpSpPr>
            <a:xfrm flipH="1" rot="5400000">
              <a:off x="963092" y="3704205"/>
              <a:ext cx="2966903" cy="4306225"/>
              <a:chOff x="6769513" y="299393"/>
              <a:chExt cx="1308620" cy="1899526"/>
            </a:xfrm>
          </p:grpSpPr>
          <p:sp>
            <p:nvSpPr>
              <p:cNvPr id="505" name="Google Shape;505;g361ad1c8480_0_38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g361ad1c8480_0_38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g361ad1c8480_0_38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g361ad1c8480_0_38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g361ad1c8480_0_38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g361ad1c8480_0_38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1" name="Google Shape;511;g361ad1c8480_0_384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2" name="Google Shape;512;g361ad1c8480_0_384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b="1" i="0" sz="30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952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"/>
          <p:cNvSpPr txBox="1"/>
          <p:nvPr>
            <p:ph type="ctrTitle"/>
          </p:nvPr>
        </p:nvSpPr>
        <p:spPr>
          <a:xfrm>
            <a:off x="931500" y="1210625"/>
            <a:ext cx="72810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Introdução à Programação Orientada a Objeto (POO)</a:t>
            </a:r>
            <a:endParaRPr/>
          </a:p>
        </p:txBody>
      </p:sp>
      <p:grpSp>
        <p:nvGrpSpPr>
          <p:cNvPr id="521" name="Google Shape;521;p1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522" name="Google Shape;522;p1"/>
            <p:cNvSpPr/>
            <p:nvPr/>
          </p:nvSpPr>
          <p:spPr>
            <a:xfrm>
              <a:off x="1491600" y="2391250"/>
              <a:ext cx="9425" cy="59475"/>
            </a:xfrm>
            <a:custGeom>
              <a:rect b="b" l="l" r="r" t="t"/>
              <a:pathLst>
                <a:path extrusionOk="0" h="2379" w="377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1466575" y="2416275"/>
              <a:ext cx="59575" cy="9425"/>
            </a:xfrm>
            <a:custGeom>
              <a:rect b="b" l="l" r="r" t="t"/>
              <a:pathLst>
                <a:path extrusionOk="0" h="377" w="2383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CONTEÚDO</a:t>
            </a:r>
            <a:endParaRPr/>
          </a:p>
        </p:txBody>
      </p:sp>
      <p:sp>
        <p:nvSpPr>
          <p:cNvPr id="529" name="Google Shape;529;p2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01</a:t>
            </a:r>
            <a:endParaRPr/>
          </a:p>
        </p:txBody>
      </p:sp>
      <p:sp>
        <p:nvSpPr>
          <p:cNvPr id="530" name="Google Shape;530;p2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O QUE É POO?</a:t>
            </a:r>
            <a:endParaRPr/>
          </a:p>
        </p:txBody>
      </p:sp>
      <p:sp>
        <p:nvSpPr>
          <p:cNvPr id="531" name="Google Shape;531;p2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02</a:t>
            </a:r>
            <a:endParaRPr/>
          </a:p>
        </p:txBody>
      </p:sp>
      <p:sp>
        <p:nvSpPr>
          <p:cNvPr id="532" name="Google Shape;532;p2"/>
          <p:cNvSpPr txBox="1"/>
          <p:nvPr>
            <p:ph idx="4" type="subTitle"/>
          </p:nvPr>
        </p:nvSpPr>
        <p:spPr>
          <a:xfrm>
            <a:off x="5091475" y="1940672"/>
            <a:ext cx="3046685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PRINCIPAIS CONCEITOS</a:t>
            </a:r>
            <a:endParaRPr/>
          </a:p>
        </p:txBody>
      </p:sp>
      <p:sp>
        <p:nvSpPr>
          <p:cNvPr id="533" name="Google Shape;533;p2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03</a:t>
            </a:r>
            <a:endParaRPr/>
          </a:p>
        </p:txBody>
      </p:sp>
      <p:sp>
        <p:nvSpPr>
          <p:cNvPr id="534" name="Google Shape;534;p2"/>
          <p:cNvSpPr txBox="1"/>
          <p:nvPr>
            <p:ph idx="7" type="subTitle"/>
          </p:nvPr>
        </p:nvSpPr>
        <p:spPr>
          <a:xfrm>
            <a:off x="1234025" y="376862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400"/>
              <a:t>POO EM PYTHON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 O QUE É POO?</a:t>
            </a:r>
            <a:endParaRPr/>
          </a:p>
        </p:txBody>
      </p:sp>
      <p:sp>
        <p:nvSpPr>
          <p:cNvPr id="540" name="Google Shape;540;p3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"/>
          <p:cNvSpPr txBox="1"/>
          <p:nvPr>
            <p:ph idx="1" type="subTitle"/>
          </p:nvPr>
        </p:nvSpPr>
        <p:spPr>
          <a:xfrm>
            <a:off x="713370" y="2219210"/>
            <a:ext cx="4850293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A Programação Orientada a Objetos é um paradigma de programação baseado no conceito de objetos, que representam entidades do mundo real e possuem atributos (características) e métodos (ações).</a:t>
            </a:r>
            <a:endParaRPr/>
          </a:p>
        </p:txBody>
      </p:sp>
      <p:sp>
        <p:nvSpPr>
          <p:cNvPr id="546" name="Google Shape;546;p4"/>
          <p:cNvSpPr txBox="1"/>
          <p:nvPr>
            <p:ph type="title"/>
          </p:nvPr>
        </p:nvSpPr>
        <p:spPr>
          <a:xfrm>
            <a:off x="713370" y="1355502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É POO?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17bb5a9ba_0_3"/>
          <p:cNvSpPr txBox="1"/>
          <p:nvPr>
            <p:ph idx="2" type="subTitle"/>
          </p:nvPr>
        </p:nvSpPr>
        <p:spPr>
          <a:xfrm>
            <a:off x="1834200" y="1481225"/>
            <a:ext cx="54756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/>
              <a:t>Na programação estruturada, o foco está em funções e procedimentos. Já na POO, o foco está nos objetos e em como eles interagem entre si.</a:t>
            </a:r>
            <a:endParaRPr sz="1900"/>
          </a:p>
        </p:txBody>
      </p:sp>
      <p:sp>
        <p:nvSpPr>
          <p:cNvPr id="552" name="Google Shape;552;g3617bb5a9ba_0_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Diferenças entre POO e Programação Estruturada</a:t>
            </a:r>
            <a:endParaRPr/>
          </a:p>
        </p:txBody>
      </p:sp>
      <p:sp>
        <p:nvSpPr>
          <p:cNvPr id="553" name="Google Shape;553;g3617bb5a9ba_0_3"/>
          <p:cNvSpPr txBox="1"/>
          <p:nvPr/>
        </p:nvSpPr>
        <p:spPr>
          <a:xfrm>
            <a:off x="1411575" y="2708300"/>
            <a:ext cx="3000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Programação estruturada:</a:t>
            </a: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organiza o código em funções que recebem dados como parâmetros.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54" name="Google Shape;554;g3617bb5a9ba_0_3"/>
          <p:cNvSpPr txBox="1"/>
          <p:nvPr/>
        </p:nvSpPr>
        <p:spPr>
          <a:xfrm>
            <a:off x="4732400" y="270832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POO:</a:t>
            </a:r>
            <a:r>
              <a:rPr lang="pt-BR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encapsula dados e comportamento em uma única entidade chamada objeto.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617bb5a9ba_0_22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/>
              <a:t>Principais Conceitos da POO</a:t>
            </a:r>
            <a:endParaRPr/>
          </a:p>
        </p:txBody>
      </p:sp>
      <p:sp>
        <p:nvSpPr>
          <p:cNvPr id="560" name="Google Shape;560;g3617bb5a9ba_0_22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"/>
          <p:cNvSpPr txBox="1"/>
          <p:nvPr>
            <p:ph idx="1" type="subTitle"/>
          </p:nvPr>
        </p:nvSpPr>
        <p:spPr>
          <a:xfrm>
            <a:off x="2153477" y="1319252"/>
            <a:ext cx="2747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CLASSE</a:t>
            </a:r>
            <a:endParaRPr/>
          </a:p>
        </p:txBody>
      </p:sp>
      <p:sp>
        <p:nvSpPr>
          <p:cNvPr id="566" name="Google Shape;566;p6"/>
          <p:cNvSpPr txBox="1"/>
          <p:nvPr>
            <p:ph idx="4" type="subTitle"/>
          </p:nvPr>
        </p:nvSpPr>
        <p:spPr>
          <a:xfrm>
            <a:off x="2383428" y="272702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OBJETO</a:t>
            </a:r>
            <a:endParaRPr/>
          </a:p>
        </p:txBody>
      </p:sp>
      <p:sp>
        <p:nvSpPr>
          <p:cNvPr id="567" name="Google Shape;567;p6"/>
          <p:cNvSpPr txBox="1"/>
          <p:nvPr>
            <p:ph idx="2" type="subTitle"/>
          </p:nvPr>
        </p:nvSpPr>
        <p:spPr>
          <a:xfrm>
            <a:off x="2313222" y="1690652"/>
            <a:ext cx="24282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Um molde ou modelo que define atributos e métodos de um objeto.</a:t>
            </a:r>
            <a:endParaRPr/>
          </a:p>
        </p:txBody>
      </p:sp>
      <p:sp>
        <p:nvSpPr>
          <p:cNvPr id="568" name="Google Shape;568;p6"/>
          <p:cNvSpPr txBox="1"/>
          <p:nvPr>
            <p:ph idx="7" type="subTitle"/>
          </p:nvPr>
        </p:nvSpPr>
        <p:spPr>
          <a:xfrm>
            <a:off x="4702716" y="1319254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ATRIBUTO</a:t>
            </a:r>
            <a:endParaRPr sz="2000"/>
          </a:p>
        </p:txBody>
      </p:sp>
      <p:sp>
        <p:nvSpPr>
          <p:cNvPr id="569" name="Google Shape;569;p6"/>
          <p:cNvSpPr txBox="1"/>
          <p:nvPr>
            <p:ph idx="5" type="subTitle"/>
          </p:nvPr>
        </p:nvSpPr>
        <p:spPr>
          <a:xfrm>
            <a:off x="2383428" y="323862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Uma instância de uma classe. É a representação concreta de algo definido por uma classe.</a:t>
            </a:r>
            <a:endParaRPr/>
          </a:p>
        </p:txBody>
      </p:sp>
      <p:sp>
        <p:nvSpPr>
          <p:cNvPr id="570" name="Google Shape;570;p6"/>
          <p:cNvSpPr txBox="1"/>
          <p:nvPr>
            <p:ph idx="8" type="subTitle"/>
          </p:nvPr>
        </p:nvSpPr>
        <p:spPr>
          <a:xfrm>
            <a:off x="4702716" y="17496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Uma variável que armazena as características do objeto.</a:t>
            </a:r>
            <a:endParaRPr/>
          </a:p>
        </p:txBody>
      </p:sp>
      <p:sp>
        <p:nvSpPr>
          <p:cNvPr id="571" name="Google Shape;571;p6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Principais Conceitos da POO</a:t>
            </a:r>
            <a:endParaRPr/>
          </a:p>
        </p:txBody>
      </p:sp>
      <p:sp>
        <p:nvSpPr>
          <p:cNvPr id="572" name="Google Shape;572;p6"/>
          <p:cNvSpPr txBox="1"/>
          <p:nvPr>
            <p:ph idx="7" type="subTitle"/>
          </p:nvPr>
        </p:nvSpPr>
        <p:spPr>
          <a:xfrm>
            <a:off x="4671216" y="272702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2000"/>
              <a:t>MÉTODO</a:t>
            </a:r>
            <a:endParaRPr sz="2000"/>
          </a:p>
        </p:txBody>
      </p:sp>
      <p:sp>
        <p:nvSpPr>
          <p:cNvPr id="573" name="Google Shape;573;p6"/>
          <p:cNvSpPr txBox="1"/>
          <p:nvPr>
            <p:ph idx="8" type="subTitle"/>
          </p:nvPr>
        </p:nvSpPr>
        <p:spPr>
          <a:xfrm>
            <a:off x="4671216" y="309842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função definida dentro de uma classe que representa ações do objeto.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"/>
          <p:cNvSpPr txBox="1"/>
          <p:nvPr>
            <p:ph type="title"/>
          </p:nvPr>
        </p:nvSpPr>
        <p:spPr>
          <a:xfrm>
            <a:off x="1161418" y="2394089"/>
            <a:ext cx="7217772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POO EM PYTHON</a:t>
            </a:r>
            <a:endParaRPr/>
          </a:p>
        </p:txBody>
      </p:sp>
      <p:sp>
        <p:nvSpPr>
          <p:cNvPr id="579" name="Google Shape;579;p7"/>
          <p:cNvSpPr txBox="1"/>
          <p:nvPr>
            <p:ph idx="2" type="title"/>
          </p:nvPr>
        </p:nvSpPr>
        <p:spPr>
          <a:xfrm>
            <a:off x="3891185" y="1163052"/>
            <a:ext cx="136163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19" title="code-snap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350" y="824026"/>
            <a:ext cx="6737525" cy="373209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19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POO em Python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61ad1c8480_0_433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Esclarecendo algumas coisas…</a:t>
            </a:r>
            <a:endParaRPr/>
          </a:p>
        </p:txBody>
      </p:sp>
      <p:sp>
        <p:nvSpPr>
          <p:cNvPr id="591" name="Google Shape;591;g361ad1c8480_0_433"/>
          <p:cNvSpPr txBox="1"/>
          <p:nvPr/>
        </p:nvSpPr>
        <p:spPr>
          <a:xfrm>
            <a:off x="904175" y="1394250"/>
            <a:ext cx="30000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__init__ (com dois underlines antes e depois) é o método construtor da classe. Ele é chamado automaticamente quando você cria um novo objeto da classe.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g361ad1c8480_0_433"/>
          <p:cNvSpPr txBox="1"/>
          <p:nvPr/>
        </p:nvSpPr>
        <p:spPr>
          <a:xfrm>
            <a:off x="3904175" y="1394250"/>
            <a:ext cx="39741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meu_carro = Carro("Toyota", "Corolla")</a:t>
            </a:r>
            <a:endParaRPr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Nesse momento, o Python chama o __init__ da classe Carro para inicializar os atributos do objeto recém-criado (meu_carro).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61ad1c8480_0_461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Esclarecendo algumas coisas…</a:t>
            </a:r>
            <a:endParaRPr/>
          </a:p>
        </p:txBody>
      </p:sp>
      <p:sp>
        <p:nvSpPr>
          <p:cNvPr id="598" name="Google Shape;598;g361ad1c8480_0_461"/>
          <p:cNvSpPr txBox="1"/>
          <p:nvPr/>
        </p:nvSpPr>
        <p:spPr>
          <a:xfrm>
            <a:off x="1714500" y="1088675"/>
            <a:ext cx="61710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pt-BR"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construtor</a:t>
            </a:r>
            <a:r>
              <a:rPr lang="pt-BR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é o método especial usado para inicializar os atributos do objeto quando ele é criado. Em Python, o nome desse método é __init__.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Ele serve para configurar o estado inicial do objeto.</a:t>
            </a:r>
            <a:endParaRPr sz="2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61ad1c8480_0_449"/>
          <p:cNvSpPr txBox="1"/>
          <p:nvPr>
            <p:ph idx="4294967295" type="title"/>
          </p:nvPr>
        </p:nvSpPr>
        <p:spPr>
          <a:xfrm>
            <a:off x="720000" y="924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Esclarecendo algumas coisas…</a:t>
            </a:r>
            <a:endParaRPr/>
          </a:p>
        </p:txBody>
      </p:sp>
      <p:sp>
        <p:nvSpPr>
          <p:cNvPr id="604" name="Google Shape;604;g361ad1c8480_0_449"/>
          <p:cNvSpPr txBox="1"/>
          <p:nvPr/>
        </p:nvSpPr>
        <p:spPr>
          <a:xfrm>
            <a:off x="1552500" y="895475"/>
            <a:ext cx="60390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Dentro da classe, quando você faz:</a:t>
            </a:r>
            <a:b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self.marca = marca</a:t>
            </a:r>
            <a:endParaRPr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Você está dizendo: "o atributo marca deste objeto vai receber o valor que foi passado como argumento para o construtor." </a:t>
            </a:r>
            <a:b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Em outras palavras, self permite acessar e modificar os atributos do próprio objeto.</a:t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61ad1c8480_0_417"/>
          <p:cNvSpPr txBox="1"/>
          <p:nvPr>
            <p:ph type="title"/>
          </p:nvPr>
        </p:nvSpPr>
        <p:spPr>
          <a:xfrm>
            <a:off x="974885" y="1351734"/>
            <a:ext cx="35037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800"/>
              <a:t>FAÇAM A LISTA DE EXERCÍCIO:</a:t>
            </a:r>
            <a:br>
              <a:rPr lang="pt-BR" sz="2800"/>
            </a:br>
            <a:br>
              <a:rPr lang="pt-BR" sz="2800">
                <a:solidFill>
                  <a:schemeClr val="dk2"/>
                </a:solidFill>
              </a:rPr>
            </a:br>
            <a:r>
              <a:rPr lang="pt-BR" sz="2800">
                <a:solidFill>
                  <a:schemeClr val="dk2"/>
                </a:solidFill>
              </a:rPr>
              <a:t>Exercícios de POO 1</a:t>
            </a:r>
            <a:endParaRPr/>
          </a:p>
        </p:txBody>
      </p:sp>
      <p:sp>
        <p:nvSpPr>
          <p:cNvPr id="610" name="Google Shape;610;g361ad1c8480_0_417"/>
          <p:cNvSpPr/>
          <p:nvPr/>
        </p:nvSpPr>
        <p:spPr>
          <a:xfrm>
            <a:off x="4905097" y="1017269"/>
            <a:ext cx="3743400" cy="2809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g361ad1c8480_0_417"/>
          <p:cNvGrpSpPr/>
          <p:nvPr/>
        </p:nvGrpSpPr>
        <p:grpSpPr>
          <a:xfrm>
            <a:off x="4905097" y="4262657"/>
            <a:ext cx="3293462" cy="92817"/>
            <a:chOff x="819025" y="3822075"/>
            <a:chExt cx="891450" cy="25125"/>
          </a:xfrm>
        </p:grpSpPr>
        <p:sp>
          <p:nvSpPr>
            <p:cNvPr id="612" name="Google Shape;612;g361ad1c8480_0_417"/>
            <p:cNvSpPr/>
            <p:nvPr/>
          </p:nvSpPr>
          <p:spPr>
            <a:xfrm>
              <a:off x="819025" y="3822375"/>
              <a:ext cx="891450" cy="24825"/>
            </a:xfrm>
            <a:custGeom>
              <a:rect b="b" l="l" r="r" t="t"/>
              <a:pathLst>
                <a:path extrusionOk="0" h="993" w="35658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g361ad1c8480_0_417"/>
            <p:cNvSpPr/>
            <p:nvPr/>
          </p:nvSpPr>
          <p:spPr>
            <a:xfrm>
              <a:off x="1235525" y="3823575"/>
              <a:ext cx="134825" cy="14025"/>
            </a:xfrm>
            <a:custGeom>
              <a:rect b="b" l="l" r="r" t="t"/>
              <a:pathLst>
                <a:path extrusionOk="0" h="561" w="5393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g361ad1c8480_0_417"/>
            <p:cNvSpPr/>
            <p:nvPr/>
          </p:nvSpPr>
          <p:spPr>
            <a:xfrm>
              <a:off x="1027875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g361ad1c8480_0_417"/>
            <p:cNvSpPr/>
            <p:nvPr/>
          </p:nvSpPr>
          <p:spPr>
            <a:xfrm>
              <a:off x="1042475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g361ad1c8480_0_417"/>
            <p:cNvSpPr/>
            <p:nvPr/>
          </p:nvSpPr>
          <p:spPr>
            <a:xfrm>
              <a:off x="1057100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g361ad1c8480_0_417"/>
            <p:cNvSpPr/>
            <p:nvPr/>
          </p:nvSpPr>
          <p:spPr>
            <a:xfrm>
              <a:off x="10717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361ad1c8480_0_417"/>
            <p:cNvSpPr/>
            <p:nvPr/>
          </p:nvSpPr>
          <p:spPr>
            <a:xfrm>
              <a:off x="10863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IFs de Man Of Steel Meme | Tenor" id="619" name="Google Shape;619;g361ad1c8480_0_4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150" y="1212246"/>
            <a:ext cx="3479168" cy="2419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g3617bb5a9ba_0_474" title="code-snapsh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4563" y="1079813"/>
            <a:ext cx="6634875" cy="29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g3617bb5a9ba_0_474"/>
          <p:cNvSpPr txBox="1"/>
          <p:nvPr>
            <p:ph idx="4294967295" type="title"/>
          </p:nvPr>
        </p:nvSpPr>
        <p:spPr>
          <a:xfrm>
            <a:off x="720000" y="284275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POO em Python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61ad1c8480_0_0"/>
          <p:cNvSpPr txBox="1"/>
          <p:nvPr>
            <p:ph type="title"/>
          </p:nvPr>
        </p:nvSpPr>
        <p:spPr>
          <a:xfrm>
            <a:off x="974885" y="1351734"/>
            <a:ext cx="35037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2800"/>
              <a:t>FAÇAM A LISTA DE EXERCÍCIO:</a:t>
            </a:r>
            <a:br>
              <a:rPr lang="pt-BR" sz="2800"/>
            </a:br>
            <a:br>
              <a:rPr lang="pt-BR" sz="2800">
                <a:solidFill>
                  <a:schemeClr val="dk2"/>
                </a:solidFill>
              </a:rPr>
            </a:br>
            <a:r>
              <a:rPr lang="pt-BR" sz="2800">
                <a:solidFill>
                  <a:schemeClr val="dk2"/>
                </a:solidFill>
              </a:rPr>
              <a:t>Exercícios de POO 2</a:t>
            </a:r>
            <a:endParaRPr/>
          </a:p>
        </p:txBody>
      </p:sp>
      <p:sp>
        <p:nvSpPr>
          <p:cNvPr id="631" name="Google Shape;631;g361ad1c8480_0_0"/>
          <p:cNvSpPr/>
          <p:nvPr/>
        </p:nvSpPr>
        <p:spPr>
          <a:xfrm>
            <a:off x="4905097" y="1017269"/>
            <a:ext cx="3743400" cy="28095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2" name="Google Shape;632;g361ad1c8480_0_0"/>
          <p:cNvGrpSpPr/>
          <p:nvPr/>
        </p:nvGrpSpPr>
        <p:grpSpPr>
          <a:xfrm>
            <a:off x="4905097" y="4262657"/>
            <a:ext cx="3293462" cy="92817"/>
            <a:chOff x="819025" y="3822075"/>
            <a:chExt cx="891450" cy="25125"/>
          </a:xfrm>
        </p:grpSpPr>
        <p:sp>
          <p:nvSpPr>
            <p:cNvPr id="633" name="Google Shape;633;g361ad1c8480_0_0"/>
            <p:cNvSpPr/>
            <p:nvPr/>
          </p:nvSpPr>
          <p:spPr>
            <a:xfrm>
              <a:off x="819025" y="3822375"/>
              <a:ext cx="891450" cy="24825"/>
            </a:xfrm>
            <a:custGeom>
              <a:rect b="b" l="l" r="r" t="t"/>
              <a:pathLst>
                <a:path extrusionOk="0" h="993" w="35658">
                  <a:moveTo>
                    <a:pt x="12093" y="0"/>
                  </a:moveTo>
                  <a:lnTo>
                    <a:pt x="11244" y="849"/>
                  </a:lnTo>
                  <a:lnTo>
                    <a:pt x="0" y="849"/>
                  </a:lnTo>
                  <a:lnTo>
                    <a:pt x="0" y="993"/>
                  </a:lnTo>
                  <a:lnTo>
                    <a:pt x="11304" y="993"/>
                  </a:lnTo>
                  <a:lnTo>
                    <a:pt x="12153" y="144"/>
                  </a:lnTo>
                  <a:lnTo>
                    <a:pt x="35658" y="144"/>
                  </a:lnTo>
                  <a:lnTo>
                    <a:pt x="356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g361ad1c8480_0_0"/>
            <p:cNvSpPr/>
            <p:nvPr/>
          </p:nvSpPr>
          <p:spPr>
            <a:xfrm>
              <a:off x="1235525" y="3823575"/>
              <a:ext cx="134825" cy="14025"/>
            </a:xfrm>
            <a:custGeom>
              <a:rect b="b" l="l" r="r" t="t"/>
              <a:pathLst>
                <a:path extrusionOk="0" h="561" w="5393">
                  <a:moveTo>
                    <a:pt x="5348" y="0"/>
                  </a:moveTo>
                  <a:lnTo>
                    <a:pt x="4852" y="497"/>
                  </a:lnTo>
                  <a:lnTo>
                    <a:pt x="509" y="497"/>
                  </a:lnTo>
                  <a:lnTo>
                    <a:pt x="44" y="32"/>
                  </a:lnTo>
                  <a:lnTo>
                    <a:pt x="0" y="80"/>
                  </a:lnTo>
                  <a:lnTo>
                    <a:pt x="481" y="561"/>
                  </a:lnTo>
                  <a:lnTo>
                    <a:pt x="4876" y="561"/>
                  </a:lnTo>
                  <a:lnTo>
                    <a:pt x="5392" y="48"/>
                  </a:lnTo>
                  <a:lnTo>
                    <a:pt x="5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g361ad1c8480_0_0"/>
            <p:cNvSpPr/>
            <p:nvPr/>
          </p:nvSpPr>
          <p:spPr>
            <a:xfrm>
              <a:off x="1027875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g361ad1c8480_0_0"/>
            <p:cNvSpPr/>
            <p:nvPr/>
          </p:nvSpPr>
          <p:spPr>
            <a:xfrm>
              <a:off x="1042475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9" y="0"/>
                  </a:moveTo>
                  <a:lnTo>
                    <a:pt x="1" y="541"/>
                  </a:lnTo>
                  <a:lnTo>
                    <a:pt x="321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g361ad1c8480_0_0"/>
            <p:cNvSpPr/>
            <p:nvPr/>
          </p:nvSpPr>
          <p:spPr>
            <a:xfrm>
              <a:off x="1057100" y="3822075"/>
              <a:ext cx="23125" cy="13525"/>
            </a:xfrm>
            <a:custGeom>
              <a:rect b="b" l="l" r="r" t="t"/>
              <a:pathLst>
                <a:path extrusionOk="0" h="541" w="925">
                  <a:moveTo>
                    <a:pt x="609" y="0"/>
                  </a:moveTo>
                  <a:lnTo>
                    <a:pt x="0" y="541"/>
                  </a:lnTo>
                  <a:lnTo>
                    <a:pt x="316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g361ad1c8480_0_0"/>
            <p:cNvSpPr/>
            <p:nvPr/>
          </p:nvSpPr>
          <p:spPr>
            <a:xfrm>
              <a:off x="10717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g361ad1c8480_0_0"/>
            <p:cNvSpPr/>
            <p:nvPr/>
          </p:nvSpPr>
          <p:spPr>
            <a:xfrm>
              <a:off x="1086300" y="3822075"/>
              <a:ext cx="23150" cy="13525"/>
            </a:xfrm>
            <a:custGeom>
              <a:rect b="b" l="l" r="r" t="t"/>
              <a:pathLst>
                <a:path extrusionOk="0" h="541" w="926">
                  <a:moveTo>
                    <a:pt x="605" y="0"/>
                  </a:moveTo>
                  <a:lnTo>
                    <a:pt x="1" y="541"/>
                  </a:lnTo>
                  <a:lnTo>
                    <a:pt x="317" y="541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IFs de Man Of Steel Meme | Tenor" id="640" name="Google Shape;640;g361ad1c848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150" y="1212246"/>
            <a:ext cx="3479168" cy="2419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0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20"/>
          <p:cNvSpPr txBox="1"/>
          <p:nvPr>
            <p:ph type="title"/>
          </p:nvPr>
        </p:nvSpPr>
        <p:spPr>
          <a:xfrm>
            <a:off x="2483145" y="2085300"/>
            <a:ext cx="417771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