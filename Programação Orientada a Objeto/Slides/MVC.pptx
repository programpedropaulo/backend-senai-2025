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Fredoka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Palanquin Dark"/>
      <p:regular r:id="rId23"/>
      <p:bold r:id="rId24"/>
    </p:embeddedFont>
    <p:embeddedFont>
      <p:font typeface="Orbitron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Pc0SzTPX/MphB25q7MnKMsDww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alanquinDark-bold.fntdata"/><Relationship Id="rId23" Type="http://schemas.openxmlformats.org/officeDocument/2006/relationships/font" Target="fonts/PalanquinDar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rbitron-bold.fntdata"/><Relationship Id="rId25" Type="http://schemas.openxmlformats.org/officeDocument/2006/relationships/font" Target="fonts/Orbitron-regular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Fredoka-regular.fntdata"/><Relationship Id="rId16" Type="http://schemas.openxmlformats.org/officeDocument/2006/relationships/slide" Target="slides/slide12.xml"/><Relationship Id="rId19" Type="http://schemas.openxmlformats.org/officeDocument/2006/relationships/font" Target="fonts/Roboto-regular.fntdata"/><Relationship Id="rId18" Type="http://schemas.openxmlformats.org/officeDocument/2006/relationships/font" Target="fonts/Fredok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61b55dbcd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61b55dbc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617bb5a9ba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g3617bb5a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61b55dbcd4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61b55dbcd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66e6f55326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g366e6f5532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617bb5a9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617bb5a9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6e6f5532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66e6f5532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6e6f55326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366e6f5532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2"/>
          <p:cNvGrpSpPr/>
          <p:nvPr/>
        </p:nvGrpSpPr>
        <p:grpSpPr>
          <a:xfrm>
            <a:off x="-1901322" y="-611430"/>
            <a:ext cx="4544211" cy="4516379"/>
            <a:chOff x="-1901322" y="-611430"/>
            <a:chExt cx="4544211" cy="4516379"/>
          </a:xfrm>
        </p:grpSpPr>
        <p:sp>
          <p:nvSpPr>
            <p:cNvPr id="10" name="Google Shape;10;p22"/>
            <p:cNvSpPr/>
            <p:nvPr/>
          </p:nvSpPr>
          <p:spPr>
            <a:xfrm>
              <a:off x="-1901322" y="1923004"/>
              <a:ext cx="2552990" cy="1507257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2"/>
            <p:cNvSpPr/>
            <p:nvPr/>
          </p:nvSpPr>
          <p:spPr>
            <a:xfrm>
              <a:off x="-929521" y="-366300"/>
              <a:ext cx="3031815" cy="200457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22"/>
            <p:cNvGrpSpPr/>
            <p:nvPr/>
          </p:nvGrpSpPr>
          <p:grpSpPr>
            <a:xfrm>
              <a:off x="1841214" y="348501"/>
              <a:ext cx="801675" cy="397824"/>
              <a:chOff x="1622300" y="2291700"/>
              <a:chExt cx="118800" cy="58950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2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2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2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22"/>
            <p:cNvGrpSpPr/>
            <p:nvPr/>
          </p:nvGrpSpPr>
          <p:grpSpPr>
            <a:xfrm>
              <a:off x="-484614" y="-611430"/>
              <a:ext cx="3127481" cy="4516379"/>
              <a:chOff x="278245" y="-184325"/>
              <a:chExt cx="2358228" cy="3405504"/>
            </a:xfrm>
          </p:grpSpPr>
          <p:grpSp>
            <p:nvGrpSpPr>
              <p:cNvPr id="22" name="Google Shape;22;p2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" name="Google Shape;23;p2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24;p2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26;p2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" name="Google Shape;28;p2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" name="Google Shape;29;p22"/>
          <p:cNvGrpSpPr/>
          <p:nvPr/>
        </p:nvGrpSpPr>
        <p:grpSpPr>
          <a:xfrm>
            <a:off x="5634700" y="-1073869"/>
            <a:ext cx="7542167" cy="7636641"/>
            <a:chOff x="5482300" y="-1150069"/>
            <a:chExt cx="7542167" cy="7636641"/>
          </a:xfrm>
        </p:grpSpPr>
        <p:sp>
          <p:nvSpPr>
            <p:cNvPr id="30" name="Google Shape;30;p22"/>
            <p:cNvSpPr/>
            <p:nvPr/>
          </p:nvSpPr>
          <p:spPr>
            <a:xfrm flipH="1" rot="10800000">
              <a:off x="6369828" y="-1150069"/>
              <a:ext cx="6654639" cy="7636641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" name="Google Shape;31;p22"/>
            <p:cNvGrpSpPr/>
            <p:nvPr/>
          </p:nvGrpSpPr>
          <p:grpSpPr>
            <a:xfrm flipH="1" rot="10800000">
              <a:off x="6016263" y="1621718"/>
              <a:ext cx="2553081" cy="3705672"/>
              <a:chOff x="6769513" y="299393"/>
              <a:chExt cx="1308620" cy="1899526"/>
            </a:xfrm>
          </p:grpSpPr>
          <p:sp>
            <p:nvSpPr>
              <p:cNvPr id="32" name="Google Shape;32;p2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2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" name="Google Shape;39;p22"/>
            <p:cNvGrpSpPr/>
            <p:nvPr/>
          </p:nvGrpSpPr>
          <p:grpSpPr>
            <a:xfrm flipH="1">
              <a:off x="5482300" y="4423789"/>
              <a:ext cx="827314" cy="410158"/>
              <a:chOff x="5989375" y="1843575"/>
              <a:chExt cx="136525" cy="67675"/>
            </a:xfrm>
          </p:grpSpPr>
          <p:sp>
            <p:nvSpPr>
              <p:cNvPr id="40" name="Google Shape;40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2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2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2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2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2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" name="Google Shape;48;p22"/>
            <p:cNvSpPr/>
            <p:nvPr/>
          </p:nvSpPr>
          <p:spPr>
            <a:xfrm flipH="1" rot="10800000">
              <a:off x="7424539" y="4645063"/>
              <a:ext cx="727773" cy="727773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22"/>
          <p:cNvSpPr txBox="1"/>
          <p:nvPr>
            <p:ph type="ctrTitle"/>
          </p:nvPr>
        </p:nvSpPr>
        <p:spPr>
          <a:xfrm>
            <a:off x="1296163" y="1263600"/>
            <a:ext cx="65517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4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22"/>
          <p:cNvSpPr txBox="1"/>
          <p:nvPr>
            <p:ph idx="1" type="subTitle"/>
          </p:nvPr>
        </p:nvSpPr>
        <p:spPr>
          <a:xfrm>
            <a:off x="1296138" y="3416400"/>
            <a:ext cx="65517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23"/>
          <p:cNvSpPr txBox="1"/>
          <p:nvPr>
            <p:ph idx="1" type="subTitle"/>
          </p:nvPr>
        </p:nvSpPr>
        <p:spPr>
          <a:xfrm>
            <a:off x="123402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4" name="Google Shape;54;p23"/>
          <p:cNvSpPr txBox="1"/>
          <p:nvPr>
            <p:ph idx="2" type="subTitle"/>
          </p:nvPr>
        </p:nvSpPr>
        <p:spPr>
          <a:xfrm>
            <a:off x="123402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" name="Google Shape;56;p23"/>
          <p:cNvSpPr txBox="1"/>
          <p:nvPr>
            <p:ph idx="4" type="subTitle"/>
          </p:nvPr>
        </p:nvSpPr>
        <p:spPr>
          <a:xfrm>
            <a:off x="5091475" y="18493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57" name="Google Shape;57;p23"/>
          <p:cNvSpPr txBox="1"/>
          <p:nvPr>
            <p:ph idx="5" type="subTitle"/>
          </p:nvPr>
        </p:nvSpPr>
        <p:spPr>
          <a:xfrm>
            <a:off x="5091475" y="2249636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6" type="title"/>
          </p:nvPr>
        </p:nvSpPr>
        <p:spPr>
          <a:xfrm>
            <a:off x="210087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23"/>
          <p:cNvSpPr txBox="1"/>
          <p:nvPr>
            <p:ph idx="7" type="subTitle"/>
          </p:nvPr>
        </p:nvSpPr>
        <p:spPr>
          <a:xfrm>
            <a:off x="123402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8" type="subTitle"/>
          </p:nvPr>
        </p:nvSpPr>
        <p:spPr>
          <a:xfrm>
            <a:off x="123402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13" type="title"/>
          </p:nvPr>
        </p:nvSpPr>
        <p:spPr>
          <a:xfrm>
            <a:off x="5958325" y="3002952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14" type="subTitle"/>
          </p:nvPr>
        </p:nvSpPr>
        <p:spPr>
          <a:xfrm>
            <a:off x="5091475" y="3574317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15" type="subTitle"/>
          </p:nvPr>
        </p:nvSpPr>
        <p:spPr>
          <a:xfrm>
            <a:off x="5091475" y="3974562"/>
            <a:ext cx="28185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grpSp>
        <p:nvGrpSpPr>
          <p:cNvPr id="65" name="Google Shape;65;p23"/>
          <p:cNvGrpSpPr/>
          <p:nvPr/>
        </p:nvGrpSpPr>
        <p:grpSpPr>
          <a:xfrm>
            <a:off x="-3389800" y="-360873"/>
            <a:ext cx="6322114" cy="7255046"/>
            <a:chOff x="-3389800" y="-360873"/>
            <a:chExt cx="6322114" cy="7255046"/>
          </a:xfrm>
        </p:grpSpPr>
        <p:sp>
          <p:nvSpPr>
            <p:cNvPr id="66" name="Google Shape;66;p23"/>
            <p:cNvSpPr/>
            <p:nvPr/>
          </p:nvSpPr>
          <p:spPr>
            <a:xfrm>
              <a:off x="-3389800" y="-360873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23"/>
            <p:cNvGrpSpPr/>
            <p:nvPr/>
          </p:nvGrpSpPr>
          <p:grpSpPr>
            <a:xfrm>
              <a:off x="-1419600" y="387590"/>
              <a:ext cx="2381712" cy="3328976"/>
              <a:chOff x="7655072" y="-407632"/>
              <a:chExt cx="2008528" cy="2807367"/>
            </a:xfrm>
          </p:grpSpPr>
          <p:sp>
            <p:nvSpPr>
              <p:cNvPr id="68" name="Google Shape;68;p23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3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3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3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3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3"/>
            <p:cNvGrpSpPr/>
            <p:nvPr/>
          </p:nvGrpSpPr>
          <p:grpSpPr>
            <a:xfrm>
              <a:off x="-201897" y="42827"/>
              <a:ext cx="1029648" cy="1806572"/>
              <a:chOff x="455034" y="-121633"/>
              <a:chExt cx="629947" cy="1105275"/>
            </a:xfrm>
          </p:grpSpPr>
          <p:sp>
            <p:nvSpPr>
              <p:cNvPr id="74" name="Google Shape;74;p23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3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3"/>
            <p:cNvGrpSpPr/>
            <p:nvPr/>
          </p:nvGrpSpPr>
          <p:grpSpPr>
            <a:xfrm>
              <a:off x="889287" y="4589548"/>
              <a:ext cx="471865" cy="38050"/>
              <a:chOff x="6298452" y="2390050"/>
              <a:chExt cx="140725" cy="11350"/>
            </a:xfrm>
          </p:grpSpPr>
          <p:sp>
            <p:nvSpPr>
              <p:cNvPr id="77" name="Google Shape;77;p23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3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23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23"/>
          <p:cNvGrpSpPr/>
          <p:nvPr/>
        </p:nvGrpSpPr>
        <p:grpSpPr>
          <a:xfrm>
            <a:off x="6133478" y="-1088649"/>
            <a:ext cx="7166740" cy="6435526"/>
            <a:chOff x="6133478" y="-1088649"/>
            <a:chExt cx="7166740" cy="6435526"/>
          </a:xfrm>
        </p:grpSpPr>
        <p:sp>
          <p:nvSpPr>
            <p:cNvPr id="81" name="Google Shape;81;p23"/>
            <p:cNvSpPr/>
            <p:nvPr/>
          </p:nvSpPr>
          <p:spPr>
            <a:xfrm>
              <a:off x="6133478" y="-10886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23"/>
            <p:cNvGrpSpPr/>
            <p:nvPr/>
          </p:nvGrpSpPr>
          <p:grpSpPr>
            <a:xfrm>
              <a:off x="8193009" y="539516"/>
              <a:ext cx="618213" cy="306426"/>
              <a:chOff x="5989375" y="1843575"/>
              <a:chExt cx="136525" cy="67675"/>
            </a:xfrm>
          </p:grpSpPr>
          <p:sp>
            <p:nvSpPr>
              <p:cNvPr id="83" name="Google Shape;83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2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2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2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23"/>
            <p:cNvGrpSpPr/>
            <p:nvPr/>
          </p:nvGrpSpPr>
          <p:grpSpPr>
            <a:xfrm>
              <a:off x="8389396" y="1055350"/>
              <a:ext cx="1228885" cy="2188720"/>
              <a:chOff x="8389396" y="1055350"/>
              <a:chExt cx="1228885" cy="2188720"/>
            </a:xfrm>
          </p:grpSpPr>
          <p:sp>
            <p:nvSpPr>
              <p:cNvPr id="92" name="Google Shape;92;p2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4"/>
          <p:cNvGrpSpPr/>
          <p:nvPr/>
        </p:nvGrpSpPr>
        <p:grpSpPr>
          <a:xfrm>
            <a:off x="-1373076" y="-1209900"/>
            <a:ext cx="11890151" cy="7563300"/>
            <a:chOff x="-1373076" y="-1366629"/>
            <a:chExt cx="11890151" cy="7563300"/>
          </a:xfrm>
        </p:grpSpPr>
        <p:sp>
          <p:nvSpPr>
            <p:cNvPr id="96" name="Google Shape;96;p24"/>
            <p:cNvSpPr/>
            <p:nvPr/>
          </p:nvSpPr>
          <p:spPr>
            <a:xfrm flipH="1">
              <a:off x="7225808" y="-184949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" name="Google Shape;97;p24"/>
            <p:cNvGrpSpPr/>
            <p:nvPr/>
          </p:nvGrpSpPr>
          <p:grpSpPr>
            <a:xfrm>
              <a:off x="5467203" y="316173"/>
              <a:ext cx="5049872" cy="5880498"/>
              <a:chOff x="5462123" y="316173"/>
              <a:chExt cx="5049872" cy="5880498"/>
            </a:xfrm>
          </p:grpSpPr>
          <p:sp>
            <p:nvSpPr>
              <p:cNvPr id="98" name="Google Shape;98;p24"/>
              <p:cNvSpPr/>
              <p:nvPr/>
            </p:nvSpPr>
            <p:spPr>
              <a:xfrm>
                <a:off x="6129588" y="3610364"/>
                <a:ext cx="4382407" cy="2586307"/>
              </a:xfrm>
              <a:custGeom>
                <a:rect b="b" l="l" r="r" t="t"/>
                <a:pathLst>
                  <a:path extrusionOk="0" h="13154" w="22289">
                    <a:moveTo>
                      <a:pt x="17041" y="1"/>
                    </a:moveTo>
                    <a:lnTo>
                      <a:pt x="12718" y="4324"/>
                    </a:lnTo>
                    <a:lnTo>
                      <a:pt x="8779" y="4324"/>
                    </a:lnTo>
                    <a:lnTo>
                      <a:pt x="1" y="13102"/>
                    </a:lnTo>
                    <a:lnTo>
                      <a:pt x="8231" y="13154"/>
                    </a:lnTo>
                    <a:lnTo>
                      <a:pt x="10773" y="10612"/>
                    </a:lnTo>
                    <a:lnTo>
                      <a:pt x="11677" y="10612"/>
                    </a:lnTo>
                    <a:lnTo>
                      <a:pt x="2228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" name="Google Shape;99;p24"/>
              <p:cNvGrpSpPr/>
              <p:nvPr/>
            </p:nvGrpSpPr>
            <p:grpSpPr>
              <a:xfrm>
                <a:off x="5462123" y="316173"/>
                <a:ext cx="3851865" cy="5347559"/>
                <a:chOff x="4825133" y="589757"/>
                <a:chExt cx="3851865" cy="5347559"/>
              </a:xfrm>
            </p:grpSpPr>
            <p:sp>
              <p:nvSpPr>
                <p:cNvPr id="100" name="Google Shape;100;p24"/>
                <p:cNvSpPr/>
                <p:nvPr/>
              </p:nvSpPr>
              <p:spPr>
                <a:xfrm>
                  <a:off x="4908115" y="679122"/>
                  <a:ext cx="3676746" cy="5123054"/>
                </a:xfrm>
                <a:custGeom>
                  <a:rect b="b" l="l" r="r" t="t"/>
                  <a:pathLst>
                    <a:path extrusionOk="0" h="60996" w="43776">
                      <a:moveTo>
                        <a:pt x="43432" y="1"/>
                      </a:moveTo>
                      <a:lnTo>
                        <a:pt x="33665" y="9768"/>
                      </a:lnTo>
                      <a:lnTo>
                        <a:pt x="33665" y="36891"/>
                      </a:lnTo>
                      <a:lnTo>
                        <a:pt x="20804" y="49752"/>
                      </a:lnTo>
                      <a:lnTo>
                        <a:pt x="1" y="49752"/>
                      </a:lnTo>
                      <a:lnTo>
                        <a:pt x="1" y="60996"/>
                      </a:lnTo>
                      <a:lnTo>
                        <a:pt x="489" y="60996"/>
                      </a:lnTo>
                      <a:lnTo>
                        <a:pt x="489" y="50240"/>
                      </a:lnTo>
                      <a:lnTo>
                        <a:pt x="21004" y="50240"/>
                      </a:lnTo>
                      <a:lnTo>
                        <a:pt x="21076" y="50168"/>
                      </a:lnTo>
                      <a:lnTo>
                        <a:pt x="34153" y="37091"/>
                      </a:lnTo>
                      <a:lnTo>
                        <a:pt x="34153" y="9972"/>
                      </a:lnTo>
                      <a:lnTo>
                        <a:pt x="43776" y="345"/>
                      </a:lnTo>
                      <a:lnTo>
                        <a:pt x="43432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24"/>
                <p:cNvSpPr/>
                <p:nvPr/>
              </p:nvSpPr>
              <p:spPr>
                <a:xfrm>
                  <a:off x="6907161" y="4010501"/>
                  <a:ext cx="633201" cy="633201"/>
                </a:xfrm>
                <a:custGeom>
                  <a:rect b="b" l="l" r="r" t="t"/>
                  <a:pathLst>
                    <a:path extrusionOk="0" h="7539" w="7539">
                      <a:moveTo>
                        <a:pt x="5389" y="1"/>
                      </a:moveTo>
                      <a:lnTo>
                        <a:pt x="2695" y="2699"/>
                      </a:lnTo>
                      <a:lnTo>
                        <a:pt x="1" y="5393"/>
                      </a:lnTo>
                      <a:lnTo>
                        <a:pt x="1" y="7538"/>
                      </a:lnTo>
                      <a:lnTo>
                        <a:pt x="3767" y="3771"/>
                      </a:lnTo>
                      <a:lnTo>
                        <a:pt x="753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24"/>
                <p:cNvSpPr/>
                <p:nvPr/>
              </p:nvSpPr>
              <p:spPr>
                <a:xfrm>
                  <a:off x="4825133" y="5781599"/>
                  <a:ext cx="181250" cy="155717"/>
                </a:xfrm>
                <a:custGeom>
                  <a:rect b="b" l="l" r="r" t="t"/>
                  <a:pathLst>
                    <a:path extrusionOk="0" h="1854" w="2158">
                      <a:moveTo>
                        <a:pt x="1231" y="490"/>
                      </a:moveTo>
                      <a:cubicBezTo>
                        <a:pt x="1455" y="490"/>
                        <a:pt x="1669" y="663"/>
                        <a:pt x="1669" y="925"/>
                      </a:cubicBezTo>
                      <a:cubicBezTo>
                        <a:pt x="1669" y="1165"/>
                        <a:pt x="1477" y="1362"/>
                        <a:pt x="1237" y="1362"/>
                      </a:cubicBezTo>
                      <a:cubicBezTo>
                        <a:pt x="845" y="1362"/>
                        <a:pt x="653" y="893"/>
                        <a:pt x="925" y="617"/>
                      </a:cubicBezTo>
                      <a:cubicBezTo>
                        <a:pt x="1014" y="529"/>
                        <a:pt x="1124" y="490"/>
                        <a:pt x="1231" y="490"/>
                      </a:cubicBezTo>
                      <a:close/>
                      <a:moveTo>
                        <a:pt x="1237" y="1"/>
                      </a:moveTo>
                      <a:cubicBezTo>
                        <a:pt x="413" y="1"/>
                        <a:pt x="0" y="997"/>
                        <a:pt x="581" y="1582"/>
                      </a:cubicBezTo>
                      <a:cubicBezTo>
                        <a:pt x="769" y="1769"/>
                        <a:pt x="1001" y="1853"/>
                        <a:pt x="1227" y="1853"/>
                      </a:cubicBezTo>
                      <a:cubicBezTo>
                        <a:pt x="1703" y="1853"/>
                        <a:pt x="2158" y="1484"/>
                        <a:pt x="2158" y="925"/>
                      </a:cubicBezTo>
                      <a:cubicBezTo>
                        <a:pt x="2158" y="417"/>
                        <a:pt x="1745" y="5"/>
                        <a:pt x="123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24"/>
                <p:cNvSpPr/>
                <p:nvPr/>
              </p:nvSpPr>
              <p:spPr>
                <a:xfrm>
                  <a:off x="8495412" y="589757"/>
                  <a:ext cx="181586" cy="155298"/>
                </a:xfrm>
                <a:custGeom>
                  <a:rect b="b" l="l" r="r" t="t"/>
                  <a:pathLst>
                    <a:path extrusionOk="0" h="1849" w="2162">
                      <a:moveTo>
                        <a:pt x="1233" y="485"/>
                      </a:moveTo>
                      <a:cubicBezTo>
                        <a:pt x="1457" y="485"/>
                        <a:pt x="1673" y="658"/>
                        <a:pt x="1673" y="921"/>
                      </a:cubicBezTo>
                      <a:cubicBezTo>
                        <a:pt x="1673" y="1165"/>
                        <a:pt x="1477" y="1357"/>
                        <a:pt x="1237" y="1357"/>
                      </a:cubicBezTo>
                      <a:cubicBezTo>
                        <a:pt x="849" y="1357"/>
                        <a:pt x="653" y="889"/>
                        <a:pt x="929" y="613"/>
                      </a:cubicBezTo>
                      <a:cubicBezTo>
                        <a:pt x="1017" y="525"/>
                        <a:pt x="1126" y="485"/>
                        <a:pt x="1233" y="485"/>
                      </a:cubicBezTo>
                      <a:close/>
                      <a:moveTo>
                        <a:pt x="1237" y="0"/>
                      </a:moveTo>
                      <a:cubicBezTo>
                        <a:pt x="412" y="0"/>
                        <a:pt x="0" y="993"/>
                        <a:pt x="585" y="1577"/>
                      </a:cubicBezTo>
                      <a:cubicBezTo>
                        <a:pt x="772" y="1765"/>
                        <a:pt x="1003" y="1849"/>
                        <a:pt x="1229" y="1849"/>
                      </a:cubicBezTo>
                      <a:cubicBezTo>
                        <a:pt x="1705" y="1849"/>
                        <a:pt x="2162" y="1479"/>
                        <a:pt x="2162" y="921"/>
                      </a:cubicBezTo>
                      <a:cubicBezTo>
                        <a:pt x="2158" y="412"/>
                        <a:pt x="1745" y="0"/>
                        <a:pt x="123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24"/>
                <p:cNvSpPr/>
                <p:nvPr/>
              </p:nvSpPr>
              <p:spPr>
                <a:xfrm>
                  <a:off x="4922981" y="4878622"/>
                  <a:ext cx="948499" cy="556770"/>
                </a:xfrm>
                <a:custGeom>
                  <a:rect b="b" l="l" r="r" t="t"/>
                  <a:pathLst>
                    <a:path extrusionOk="0" h="6629" w="11293">
                      <a:moveTo>
                        <a:pt x="11152" y="0"/>
                      </a:moveTo>
                      <a:lnTo>
                        <a:pt x="8026" y="3126"/>
                      </a:lnTo>
                      <a:lnTo>
                        <a:pt x="3362" y="3126"/>
                      </a:lnTo>
                      <a:lnTo>
                        <a:pt x="0" y="6493"/>
                      </a:lnTo>
                      <a:lnTo>
                        <a:pt x="140" y="6629"/>
                      </a:lnTo>
                      <a:lnTo>
                        <a:pt x="3447" y="3322"/>
                      </a:lnTo>
                      <a:lnTo>
                        <a:pt x="8106" y="3322"/>
                      </a:lnTo>
                      <a:lnTo>
                        <a:pt x="11292" y="136"/>
                      </a:lnTo>
                      <a:lnTo>
                        <a:pt x="111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5" name="Google Shape;105;p24"/>
            <p:cNvSpPr/>
            <p:nvPr/>
          </p:nvSpPr>
          <p:spPr>
            <a:xfrm flipH="1">
              <a:off x="-880479" y="4202588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-1311941" y="-578758"/>
              <a:ext cx="4078254" cy="2696967"/>
            </a:xfrm>
            <a:custGeom>
              <a:rect b="b" l="l" r="r" t="t"/>
              <a:pathLst>
                <a:path extrusionOk="0" h="20595" w="31143">
                  <a:moveTo>
                    <a:pt x="21964" y="0"/>
                  </a:moveTo>
                  <a:lnTo>
                    <a:pt x="14323" y="7641"/>
                  </a:lnTo>
                  <a:lnTo>
                    <a:pt x="11457" y="7641"/>
                  </a:lnTo>
                  <a:lnTo>
                    <a:pt x="5905" y="13193"/>
                  </a:lnTo>
                  <a:lnTo>
                    <a:pt x="5905" y="14690"/>
                  </a:lnTo>
                  <a:lnTo>
                    <a:pt x="1" y="20595"/>
                  </a:lnTo>
                  <a:lnTo>
                    <a:pt x="8835" y="20595"/>
                  </a:lnTo>
                  <a:lnTo>
                    <a:pt x="18254" y="11176"/>
                  </a:lnTo>
                  <a:lnTo>
                    <a:pt x="22441" y="11176"/>
                  </a:lnTo>
                  <a:lnTo>
                    <a:pt x="27768" y="5848"/>
                  </a:lnTo>
                  <a:lnTo>
                    <a:pt x="27768" y="3374"/>
                  </a:lnTo>
                  <a:lnTo>
                    <a:pt x="311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" name="Google Shape;107;p24"/>
            <p:cNvGrpSpPr/>
            <p:nvPr/>
          </p:nvGrpSpPr>
          <p:grpSpPr>
            <a:xfrm flipH="1">
              <a:off x="1274214" y="4295411"/>
              <a:ext cx="647438" cy="321825"/>
              <a:chOff x="7990044" y="3252744"/>
              <a:chExt cx="516875" cy="256925"/>
            </a:xfrm>
          </p:grpSpPr>
          <p:sp>
            <p:nvSpPr>
              <p:cNvPr id="108" name="Google Shape;108;p24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4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4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4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4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4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4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4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" name="Google Shape;116;p24"/>
            <p:cNvGrpSpPr/>
            <p:nvPr/>
          </p:nvGrpSpPr>
          <p:grpSpPr>
            <a:xfrm>
              <a:off x="175385" y="-1366629"/>
              <a:ext cx="3039353" cy="3203144"/>
              <a:chOff x="7797455" y="1505164"/>
              <a:chExt cx="3773251" cy="3976591"/>
            </a:xfrm>
          </p:grpSpPr>
          <p:sp>
            <p:nvSpPr>
              <p:cNvPr id="117" name="Google Shape;117;p24"/>
              <p:cNvSpPr/>
              <p:nvPr/>
            </p:nvSpPr>
            <p:spPr>
              <a:xfrm>
                <a:off x="11404490" y="1966101"/>
                <a:ext cx="75759" cy="531321"/>
              </a:xfrm>
              <a:custGeom>
                <a:rect b="b" l="l" r="r" t="t"/>
                <a:pathLst>
                  <a:path extrusionOk="0" h="6326" w="902">
                    <a:moveTo>
                      <a:pt x="901" y="1"/>
                    </a:moveTo>
                    <a:lnTo>
                      <a:pt x="1" y="901"/>
                    </a:lnTo>
                    <a:lnTo>
                      <a:pt x="1" y="3163"/>
                    </a:lnTo>
                    <a:lnTo>
                      <a:pt x="1" y="5424"/>
                    </a:lnTo>
                    <a:lnTo>
                      <a:pt x="901" y="6325"/>
                    </a:lnTo>
                    <a:lnTo>
                      <a:pt x="901" y="3163"/>
                    </a:lnTo>
                    <a:lnTo>
                      <a:pt x="9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4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4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4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4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4"/>
              <p:cNvSpPr/>
              <p:nvPr/>
            </p:nvSpPr>
            <p:spPr>
              <a:xfrm>
                <a:off x="10208640" y="2996574"/>
                <a:ext cx="956898" cy="954546"/>
              </a:xfrm>
              <a:custGeom>
                <a:rect b="b" l="l" r="r" t="t"/>
                <a:pathLst>
                  <a:path extrusionOk="0" h="11365" w="11393">
                    <a:moveTo>
                      <a:pt x="11196" y="0"/>
                    </a:moveTo>
                    <a:lnTo>
                      <a:pt x="11196" y="5008"/>
                    </a:lnTo>
                    <a:lnTo>
                      <a:pt x="5036" y="11168"/>
                    </a:lnTo>
                    <a:lnTo>
                      <a:pt x="1" y="11168"/>
                    </a:lnTo>
                    <a:lnTo>
                      <a:pt x="1" y="11364"/>
                    </a:lnTo>
                    <a:lnTo>
                      <a:pt x="5120" y="11364"/>
                    </a:lnTo>
                    <a:lnTo>
                      <a:pt x="11393" y="5088"/>
                    </a:lnTo>
                    <a:lnTo>
                      <a:pt x="113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4"/>
            <p:cNvGrpSpPr/>
            <p:nvPr/>
          </p:nvGrpSpPr>
          <p:grpSpPr>
            <a:xfrm>
              <a:off x="-1373076" y="1927074"/>
              <a:ext cx="2698430" cy="3917462"/>
              <a:chOff x="7726148" y="679122"/>
              <a:chExt cx="2698430" cy="3917462"/>
            </a:xfrm>
          </p:grpSpPr>
          <p:sp>
            <p:nvSpPr>
              <p:cNvPr id="124" name="Google Shape;124;p24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4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4"/>
              <p:cNvSpPr/>
              <p:nvPr/>
            </p:nvSpPr>
            <p:spPr>
              <a:xfrm>
                <a:off x="10228462" y="679122"/>
                <a:ext cx="148998" cy="127833"/>
              </a:xfrm>
              <a:custGeom>
                <a:rect b="b" l="l" r="r" t="t"/>
                <a:pathLst>
                  <a:path extrusionOk="0" h="1522" w="1774">
                    <a:moveTo>
                      <a:pt x="761" y="401"/>
                    </a:moveTo>
                    <a:cubicBezTo>
                      <a:pt x="1082" y="401"/>
                      <a:pt x="1238" y="789"/>
                      <a:pt x="1013" y="1014"/>
                    </a:cubicBezTo>
                    <a:cubicBezTo>
                      <a:pt x="941" y="1086"/>
                      <a:pt x="851" y="1119"/>
                      <a:pt x="763" y="1119"/>
                    </a:cubicBezTo>
                    <a:cubicBezTo>
                      <a:pt x="580" y="1119"/>
                      <a:pt x="405" y="978"/>
                      <a:pt x="405" y="761"/>
                    </a:cubicBezTo>
                    <a:cubicBezTo>
                      <a:pt x="405" y="565"/>
                      <a:pt x="565" y="405"/>
                      <a:pt x="761" y="401"/>
                    </a:cubicBezTo>
                    <a:close/>
                    <a:moveTo>
                      <a:pt x="767" y="0"/>
                    </a:moveTo>
                    <a:cubicBezTo>
                      <a:pt x="376" y="0"/>
                      <a:pt x="1" y="304"/>
                      <a:pt x="1" y="761"/>
                    </a:cubicBezTo>
                    <a:cubicBezTo>
                      <a:pt x="1" y="1182"/>
                      <a:pt x="341" y="1518"/>
                      <a:pt x="761" y="1522"/>
                    </a:cubicBezTo>
                    <a:cubicBezTo>
                      <a:pt x="1438" y="1522"/>
                      <a:pt x="1774" y="701"/>
                      <a:pt x="1298" y="225"/>
                    </a:cubicBezTo>
                    <a:cubicBezTo>
                      <a:pt x="1144" y="70"/>
                      <a:pt x="953" y="0"/>
                      <a:pt x="7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4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4"/>
              <p:cNvSpPr/>
              <p:nvPr/>
            </p:nvSpPr>
            <p:spPr>
              <a:xfrm>
                <a:off x="9020853" y="1998017"/>
                <a:ext cx="1057770" cy="1611852"/>
              </a:xfrm>
              <a:custGeom>
                <a:rect b="b" l="l" r="r" t="t"/>
                <a:pathLst>
                  <a:path extrusionOk="0" h="19191" w="12594">
                    <a:moveTo>
                      <a:pt x="12481" y="1"/>
                    </a:moveTo>
                    <a:lnTo>
                      <a:pt x="7066" y="5417"/>
                    </a:lnTo>
                    <a:lnTo>
                      <a:pt x="7066" y="12017"/>
                    </a:lnTo>
                    <a:lnTo>
                      <a:pt x="1" y="19078"/>
                    </a:lnTo>
                    <a:lnTo>
                      <a:pt x="117" y="19190"/>
                    </a:lnTo>
                    <a:lnTo>
                      <a:pt x="7226" y="12081"/>
                    </a:lnTo>
                    <a:lnTo>
                      <a:pt x="7226" y="5485"/>
                    </a:lnTo>
                    <a:lnTo>
                      <a:pt x="12593" y="113"/>
                    </a:lnTo>
                    <a:lnTo>
                      <a:pt x="124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4"/>
              <p:cNvSpPr/>
              <p:nvPr/>
            </p:nvSpPr>
            <p:spPr>
              <a:xfrm>
                <a:off x="9805572" y="1401268"/>
                <a:ext cx="562817" cy="889370"/>
              </a:xfrm>
              <a:custGeom>
                <a:rect b="b" l="l" r="r" t="t"/>
                <a:pathLst>
                  <a:path extrusionOk="0" h="10589" w="6701">
                    <a:moveTo>
                      <a:pt x="112" y="1"/>
                    </a:moveTo>
                    <a:lnTo>
                      <a:pt x="0" y="117"/>
                    </a:lnTo>
                    <a:lnTo>
                      <a:pt x="6541" y="6658"/>
                    </a:lnTo>
                    <a:lnTo>
                      <a:pt x="6541" y="10588"/>
                    </a:lnTo>
                    <a:lnTo>
                      <a:pt x="6701" y="10588"/>
                    </a:lnTo>
                    <a:lnTo>
                      <a:pt x="6701" y="6590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24"/>
            <p:cNvGrpSpPr/>
            <p:nvPr/>
          </p:nvGrpSpPr>
          <p:grpSpPr>
            <a:xfrm>
              <a:off x="562194" y="410025"/>
              <a:ext cx="258605" cy="258941"/>
              <a:chOff x="8925357" y="2817675"/>
              <a:chExt cx="258605" cy="258941"/>
            </a:xfrm>
          </p:grpSpPr>
          <p:sp>
            <p:nvSpPr>
              <p:cNvPr id="131" name="Google Shape;131;p24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4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" name="Google Shape;133;p24"/>
            <p:cNvGrpSpPr/>
            <p:nvPr/>
          </p:nvGrpSpPr>
          <p:grpSpPr>
            <a:xfrm rot="5400000">
              <a:off x="8467489" y="2523161"/>
              <a:ext cx="556854" cy="97176"/>
              <a:chOff x="8351789" y="4872911"/>
              <a:chExt cx="556854" cy="97176"/>
            </a:xfrm>
          </p:grpSpPr>
          <p:sp>
            <p:nvSpPr>
              <p:cNvPr id="134" name="Google Shape;134;p24"/>
              <p:cNvSpPr/>
              <p:nvPr/>
            </p:nvSpPr>
            <p:spPr>
              <a:xfrm>
                <a:off x="8351789" y="4872911"/>
                <a:ext cx="137324" cy="97176"/>
              </a:xfrm>
              <a:custGeom>
                <a:rect b="b" l="l" r="r" t="t"/>
                <a:pathLst>
                  <a:path extrusionOk="0" h="1157" w="1635">
                    <a:moveTo>
                      <a:pt x="1" y="0"/>
                    </a:moveTo>
                    <a:lnTo>
                      <a:pt x="954" y="1157"/>
                    </a:lnTo>
                    <a:lnTo>
                      <a:pt x="1634" y="1157"/>
                    </a:lnTo>
                    <a:lnTo>
                      <a:pt x="6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4"/>
              <p:cNvSpPr/>
              <p:nvPr/>
            </p:nvSpPr>
            <p:spPr>
              <a:xfrm>
                <a:off x="845635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8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4"/>
              <p:cNvSpPr/>
              <p:nvPr/>
            </p:nvSpPr>
            <p:spPr>
              <a:xfrm>
                <a:off x="8561260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4"/>
              <p:cNvSpPr/>
              <p:nvPr/>
            </p:nvSpPr>
            <p:spPr>
              <a:xfrm>
                <a:off x="8666164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1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4"/>
              <p:cNvSpPr/>
              <p:nvPr/>
            </p:nvSpPr>
            <p:spPr>
              <a:xfrm>
                <a:off x="8771067" y="4872911"/>
                <a:ext cx="137576" cy="97176"/>
              </a:xfrm>
              <a:custGeom>
                <a:rect b="b" l="l" r="r" t="t"/>
                <a:pathLst>
                  <a:path extrusionOk="0" h="1157" w="1638">
                    <a:moveTo>
                      <a:pt x="0" y="0"/>
                    </a:moveTo>
                    <a:lnTo>
                      <a:pt x="957" y="1157"/>
                    </a:lnTo>
                    <a:lnTo>
                      <a:pt x="1638" y="1157"/>
                    </a:lnTo>
                    <a:lnTo>
                      <a:pt x="6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" name="Google Shape;139;p24"/>
            <p:cNvSpPr/>
            <p:nvPr/>
          </p:nvSpPr>
          <p:spPr>
            <a:xfrm>
              <a:off x="7306875" y="4600447"/>
              <a:ext cx="2229499" cy="657745"/>
            </a:xfrm>
            <a:custGeom>
              <a:rect b="b" l="l" r="r" t="t"/>
              <a:pathLst>
                <a:path extrusionOk="0" h="6486" w="21985">
                  <a:moveTo>
                    <a:pt x="21784" y="1"/>
                  </a:moveTo>
                  <a:lnTo>
                    <a:pt x="19442" y="2342"/>
                  </a:lnTo>
                  <a:lnTo>
                    <a:pt x="3943" y="2342"/>
                  </a:lnTo>
                  <a:lnTo>
                    <a:pt x="0" y="6285"/>
                  </a:lnTo>
                  <a:lnTo>
                    <a:pt x="201" y="6485"/>
                  </a:lnTo>
                  <a:lnTo>
                    <a:pt x="4059" y="2626"/>
                  </a:lnTo>
                  <a:lnTo>
                    <a:pt x="19558" y="2626"/>
                  </a:lnTo>
                  <a:lnTo>
                    <a:pt x="21984" y="201"/>
                  </a:lnTo>
                  <a:lnTo>
                    <a:pt x="217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 rot="-5400000">
              <a:off x="7658071" y="-461281"/>
              <a:ext cx="1325446" cy="1878100"/>
            </a:xfrm>
            <a:custGeom>
              <a:rect b="b" l="l" r="r" t="t"/>
              <a:pathLst>
                <a:path extrusionOk="0" h="22361" w="15781">
                  <a:moveTo>
                    <a:pt x="15640" y="0"/>
                  </a:moveTo>
                  <a:lnTo>
                    <a:pt x="9404" y="6237"/>
                  </a:lnTo>
                  <a:lnTo>
                    <a:pt x="9404" y="12821"/>
                  </a:lnTo>
                  <a:lnTo>
                    <a:pt x="1" y="22224"/>
                  </a:lnTo>
                  <a:lnTo>
                    <a:pt x="141" y="22360"/>
                  </a:lnTo>
                  <a:lnTo>
                    <a:pt x="9600" y="12902"/>
                  </a:lnTo>
                  <a:lnTo>
                    <a:pt x="9600" y="6317"/>
                  </a:lnTo>
                  <a:lnTo>
                    <a:pt x="15780" y="137"/>
                  </a:lnTo>
                  <a:lnTo>
                    <a:pt x="156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24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2" name="Google Shape;142;p24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052350" y="3267278"/>
            <a:ext cx="30393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713225" y="2347452"/>
            <a:ext cx="47325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713370" y="1697025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4590435" y="-1007875"/>
            <a:ext cx="6038601" cy="7441010"/>
            <a:chOff x="4590435" y="-1007875"/>
            <a:chExt cx="6038601" cy="7441010"/>
          </a:xfrm>
        </p:grpSpPr>
        <p:sp>
          <p:nvSpPr>
            <p:cNvPr id="148" name="Google Shape;148;p25"/>
            <p:cNvSpPr/>
            <p:nvPr/>
          </p:nvSpPr>
          <p:spPr>
            <a:xfrm>
              <a:off x="5025290" y="1403608"/>
              <a:ext cx="5603746" cy="5029527"/>
            </a:xfrm>
            <a:custGeom>
              <a:rect b="b" l="l" r="r" t="t"/>
              <a:pathLst>
                <a:path extrusionOk="0" h="62162" w="69259">
                  <a:moveTo>
                    <a:pt x="69093" y="1"/>
                  </a:moveTo>
                  <a:lnTo>
                    <a:pt x="42864" y="26229"/>
                  </a:lnTo>
                  <a:lnTo>
                    <a:pt x="36876" y="26229"/>
                  </a:lnTo>
                  <a:lnTo>
                    <a:pt x="31719" y="31386"/>
                  </a:lnTo>
                  <a:lnTo>
                    <a:pt x="29833" y="31386"/>
                  </a:lnTo>
                  <a:lnTo>
                    <a:pt x="26063" y="35101"/>
                  </a:lnTo>
                  <a:lnTo>
                    <a:pt x="26063" y="35933"/>
                  </a:lnTo>
                  <a:lnTo>
                    <a:pt x="1" y="61995"/>
                  </a:lnTo>
                  <a:lnTo>
                    <a:pt x="167" y="62162"/>
                  </a:lnTo>
                  <a:lnTo>
                    <a:pt x="22292" y="40037"/>
                  </a:lnTo>
                  <a:lnTo>
                    <a:pt x="28059" y="40037"/>
                  </a:lnTo>
                  <a:lnTo>
                    <a:pt x="34380" y="33771"/>
                  </a:lnTo>
                  <a:lnTo>
                    <a:pt x="37153" y="33771"/>
                  </a:lnTo>
                  <a:lnTo>
                    <a:pt x="40757" y="30166"/>
                  </a:lnTo>
                  <a:lnTo>
                    <a:pt x="40757" y="28669"/>
                  </a:lnTo>
                  <a:lnTo>
                    <a:pt x="69259" y="112"/>
                  </a:lnTo>
                  <a:lnTo>
                    <a:pt x="69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5"/>
            <p:cNvSpPr/>
            <p:nvPr/>
          </p:nvSpPr>
          <p:spPr>
            <a:xfrm>
              <a:off x="4590435" y="-831208"/>
              <a:ext cx="5930985" cy="6805915"/>
            </a:xfrm>
            <a:custGeom>
              <a:rect b="b" l="l" r="r" t="t"/>
              <a:pathLst>
                <a:path extrusionOk="0" h="79795" w="69537">
                  <a:moveTo>
                    <a:pt x="69370" y="0"/>
                  </a:moveTo>
                  <a:lnTo>
                    <a:pt x="44195" y="25175"/>
                  </a:lnTo>
                  <a:lnTo>
                    <a:pt x="35379" y="33992"/>
                  </a:lnTo>
                  <a:lnTo>
                    <a:pt x="27061" y="42309"/>
                  </a:lnTo>
                  <a:lnTo>
                    <a:pt x="27061" y="52568"/>
                  </a:lnTo>
                  <a:lnTo>
                    <a:pt x="1" y="79628"/>
                  </a:lnTo>
                  <a:lnTo>
                    <a:pt x="223" y="79794"/>
                  </a:lnTo>
                  <a:lnTo>
                    <a:pt x="27061" y="52956"/>
                  </a:lnTo>
                  <a:lnTo>
                    <a:pt x="31497" y="48575"/>
                  </a:lnTo>
                  <a:lnTo>
                    <a:pt x="31497" y="46801"/>
                  </a:lnTo>
                  <a:lnTo>
                    <a:pt x="35933" y="42309"/>
                  </a:lnTo>
                  <a:lnTo>
                    <a:pt x="49851" y="42309"/>
                  </a:lnTo>
                  <a:lnTo>
                    <a:pt x="52014" y="40147"/>
                  </a:lnTo>
                  <a:lnTo>
                    <a:pt x="45027" y="33382"/>
                  </a:lnTo>
                  <a:lnTo>
                    <a:pt x="45027" y="24731"/>
                  </a:lnTo>
                  <a:lnTo>
                    <a:pt x="69536" y="222"/>
                  </a:lnTo>
                  <a:lnTo>
                    <a:pt x="693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5"/>
            <p:cNvGrpSpPr/>
            <p:nvPr/>
          </p:nvGrpSpPr>
          <p:grpSpPr>
            <a:xfrm>
              <a:off x="6851241" y="3872805"/>
              <a:ext cx="740238" cy="365351"/>
              <a:chOff x="7070753" y="3796525"/>
              <a:chExt cx="690971" cy="341036"/>
            </a:xfrm>
          </p:grpSpPr>
          <p:sp>
            <p:nvSpPr>
              <p:cNvPr id="151" name="Google Shape;151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3668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09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0"/>
                    </a:moveTo>
                    <a:lnTo>
                      <a:pt x="0" y="1109"/>
                    </a:lnTo>
                    <a:lnTo>
                      <a:pt x="222" y="1276"/>
                    </a:lnTo>
                    <a:lnTo>
                      <a:pt x="1276" y="167"/>
                    </a:lnTo>
                    <a:lnTo>
                      <a:pt x="11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58483" y="4034320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7" y="0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6" y="1109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7070753" y="3796525"/>
                <a:ext cx="107772" cy="103241"/>
              </a:xfrm>
              <a:custGeom>
                <a:rect b="b" l="l" r="r" t="t"/>
                <a:pathLst>
                  <a:path extrusionOk="0" h="1276" w="1332">
                    <a:moveTo>
                      <a:pt x="1109" y="1"/>
                    </a:moveTo>
                    <a:lnTo>
                      <a:pt x="0" y="1110"/>
                    </a:lnTo>
                    <a:lnTo>
                      <a:pt x="222" y="1276"/>
                    </a:lnTo>
                    <a:lnTo>
                      <a:pt x="1331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7075203" y="3796525"/>
                <a:ext cx="103322" cy="103241"/>
              </a:xfrm>
              <a:custGeom>
                <a:rect b="b" l="l" r="r" t="t"/>
                <a:pathLst>
                  <a:path extrusionOk="0" h="1276" w="1277">
                    <a:moveTo>
                      <a:pt x="167" y="1"/>
                    </a:moveTo>
                    <a:lnTo>
                      <a:pt x="1" y="167"/>
                    </a:lnTo>
                    <a:lnTo>
                      <a:pt x="1110" y="1276"/>
                    </a:lnTo>
                    <a:lnTo>
                      <a:pt x="1276" y="1110"/>
                    </a:lnTo>
                    <a:lnTo>
                      <a:pt x="1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109" y="1"/>
                    </a:moveTo>
                    <a:lnTo>
                      <a:pt x="0" y="1110"/>
                    </a:lnTo>
                    <a:lnTo>
                      <a:pt x="166" y="1276"/>
                    </a:lnTo>
                    <a:lnTo>
                      <a:pt x="1275" y="167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5"/>
              <p:cNvSpPr/>
              <p:nvPr/>
            </p:nvSpPr>
            <p:spPr>
              <a:xfrm>
                <a:off x="7366883" y="3796525"/>
                <a:ext cx="103241" cy="103241"/>
              </a:xfrm>
              <a:custGeom>
                <a:rect b="b" l="l" r="r" t="t"/>
                <a:pathLst>
                  <a:path extrusionOk="0" h="1276" w="1276">
                    <a:moveTo>
                      <a:pt x="166" y="1"/>
                    </a:moveTo>
                    <a:lnTo>
                      <a:pt x="0" y="167"/>
                    </a:lnTo>
                    <a:lnTo>
                      <a:pt x="1109" y="1276"/>
                    </a:lnTo>
                    <a:lnTo>
                      <a:pt x="1275" y="111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25"/>
            <p:cNvGrpSpPr/>
            <p:nvPr/>
          </p:nvGrpSpPr>
          <p:grpSpPr>
            <a:xfrm>
              <a:off x="5052941" y="-1007875"/>
              <a:ext cx="3372033" cy="3579622"/>
              <a:chOff x="6474042" y="-61911"/>
              <a:chExt cx="4446246" cy="4719966"/>
            </a:xfrm>
          </p:grpSpPr>
          <p:sp>
            <p:nvSpPr>
              <p:cNvPr id="160" name="Google Shape;160;p25"/>
              <p:cNvSpPr/>
              <p:nvPr/>
            </p:nvSpPr>
            <p:spPr>
              <a:xfrm>
                <a:off x="10722788" y="3477982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109" y="1"/>
                    </a:moveTo>
                    <a:lnTo>
                      <a:pt x="0" y="1110"/>
                    </a:lnTo>
                    <a:lnTo>
                      <a:pt x="0" y="3938"/>
                    </a:lnTo>
                    <a:lnTo>
                      <a:pt x="0" y="6710"/>
                    </a:lnTo>
                    <a:lnTo>
                      <a:pt x="1109" y="7819"/>
                    </a:lnTo>
                    <a:lnTo>
                      <a:pt x="1109" y="3938"/>
                    </a:lnTo>
                    <a:lnTo>
                      <a:pt x="1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5"/>
              <p:cNvSpPr/>
              <p:nvPr/>
            </p:nvSpPr>
            <p:spPr>
              <a:xfrm>
                <a:off x="7286054" y="750183"/>
                <a:ext cx="444277" cy="444196"/>
              </a:xfrm>
              <a:custGeom>
                <a:rect b="b" l="l" r="r" t="t"/>
                <a:pathLst>
                  <a:path extrusionOk="0" h="5490" w="5491">
                    <a:moveTo>
                      <a:pt x="1" y="0"/>
                    </a:moveTo>
                    <a:lnTo>
                      <a:pt x="2774" y="2773"/>
                    </a:lnTo>
                    <a:lnTo>
                      <a:pt x="5491" y="5490"/>
                    </a:lnTo>
                    <a:lnTo>
                      <a:pt x="5491" y="3937"/>
                    </a:lnTo>
                    <a:lnTo>
                      <a:pt x="3550" y="1941"/>
                    </a:lnTo>
                    <a:lnTo>
                      <a:pt x="15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5"/>
              <p:cNvSpPr/>
              <p:nvPr/>
            </p:nvSpPr>
            <p:spPr>
              <a:xfrm>
                <a:off x="6474042" y="-61911"/>
                <a:ext cx="183989" cy="184070"/>
              </a:xfrm>
              <a:custGeom>
                <a:rect b="b" l="l" r="r" t="t"/>
                <a:pathLst>
                  <a:path extrusionOk="0" h="2275" w="2274">
                    <a:moveTo>
                      <a:pt x="1165" y="611"/>
                    </a:moveTo>
                    <a:cubicBezTo>
                      <a:pt x="1442" y="611"/>
                      <a:pt x="1664" y="832"/>
                      <a:pt x="1719" y="1165"/>
                    </a:cubicBezTo>
                    <a:cubicBezTo>
                      <a:pt x="1719" y="1442"/>
                      <a:pt x="1442" y="1664"/>
                      <a:pt x="1165" y="1664"/>
                    </a:cubicBezTo>
                    <a:cubicBezTo>
                      <a:pt x="832" y="1664"/>
                      <a:pt x="610" y="1442"/>
                      <a:pt x="610" y="1165"/>
                    </a:cubicBezTo>
                    <a:cubicBezTo>
                      <a:pt x="610" y="832"/>
                      <a:pt x="832" y="611"/>
                      <a:pt x="1165" y="611"/>
                    </a:cubicBezTo>
                    <a:close/>
                    <a:moveTo>
                      <a:pt x="1165" y="1"/>
                    </a:moveTo>
                    <a:cubicBezTo>
                      <a:pt x="499" y="1"/>
                      <a:pt x="0" y="500"/>
                      <a:pt x="0" y="1165"/>
                    </a:cubicBezTo>
                    <a:cubicBezTo>
                      <a:pt x="0" y="1775"/>
                      <a:pt x="499" y="2274"/>
                      <a:pt x="1165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>
                <a:off x="10704825" y="4473337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6590714" y="63742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388" y="0"/>
                    </a:moveTo>
                    <a:lnTo>
                      <a:pt x="0" y="388"/>
                    </a:lnTo>
                    <a:lnTo>
                      <a:pt x="16857" y="17245"/>
                    </a:lnTo>
                    <a:lnTo>
                      <a:pt x="16913" y="17356"/>
                    </a:lnTo>
                    <a:lnTo>
                      <a:pt x="29445" y="17356"/>
                    </a:lnTo>
                    <a:lnTo>
                      <a:pt x="52069" y="39980"/>
                    </a:lnTo>
                    <a:lnTo>
                      <a:pt x="52069" y="54786"/>
                    </a:lnTo>
                    <a:lnTo>
                      <a:pt x="52678" y="54786"/>
                    </a:lnTo>
                    <a:lnTo>
                      <a:pt x="52678" y="39759"/>
                    </a:lnTo>
                    <a:lnTo>
                      <a:pt x="29777" y="16857"/>
                    </a:lnTo>
                    <a:lnTo>
                      <a:pt x="29666" y="16746"/>
                    </a:lnTo>
                    <a:lnTo>
                      <a:pt x="17190" y="16746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" name="Google Shape;165;p25"/>
            <p:cNvSpPr/>
            <p:nvPr/>
          </p:nvSpPr>
          <p:spPr>
            <a:xfrm>
              <a:off x="7522237" y="-209327"/>
              <a:ext cx="1798786" cy="1791641"/>
            </a:xfrm>
            <a:custGeom>
              <a:rect b="b" l="l" r="r" t="t"/>
              <a:pathLst>
                <a:path extrusionOk="0" h="13974" w="14030">
                  <a:moveTo>
                    <a:pt x="1" y="0"/>
                  </a:moveTo>
                  <a:lnTo>
                    <a:pt x="1" y="278"/>
                  </a:lnTo>
                  <a:lnTo>
                    <a:pt x="6211" y="278"/>
                  </a:lnTo>
                  <a:lnTo>
                    <a:pt x="13753" y="7819"/>
                  </a:lnTo>
                  <a:lnTo>
                    <a:pt x="13753" y="13974"/>
                  </a:lnTo>
                  <a:lnTo>
                    <a:pt x="14030" y="13974"/>
                  </a:lnTo>
                  <a:lnTo>
                    <a:pt x="14030" y="7763"/>
                  </a:lnTo>
                  <a:lnTo>
                    <a:pt x="62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" name="Google Shape;166;p25"/>
            <p:cNvGrpSpPr/>
            <p:nvPr/>
          </p:nvGrpSpPr>
          <p:grpSpPr>
            <a:xfrm>
              <a:off x="6066323" y="845916"/>
              <a:ext cx="3431384" cy="3617770"/>
              <a:chOff x="5563238" y="409147"/>
              <a:chExt cx="4473190" cy="4716164"/>
            </a:xfrm>
          </p:grpSpPr>
          <p:sp>
            <p:nvSpPr>
              <p:cNvPr id="167" name="Google Shape;167;p25"/>
              <p:cNvSpPr/>
              <p:nvPr/>
            </p:nvSpPr>
            <p:spPr>
              <a:xfrm>
                <a:off x="5670929" y="956503"/>
                <a:ext cx="89810" cy="632716"/>
              </a:xfrm>
              <a:custGeom>
                <a:rect b="b" l="l" r="r" t="t"/>
                <a:pathLst>
                  <a:path extrusionOk="0" h="7820" w="1110">
                    <a:moveTo>
                      <a:pt x="1" y="1"/>
                    </a:moveTo>
                    <a:lnTo>
                      <a:pt x="1" y="3883"/>
                    </a:lnTo>
                    <a:lnTo>
                      <a:pt x="1" y="7820"/>
                    </a:lnTo>
                    <a:lnTo>
                      <a:pt x="1110" y="6711"/>
                    </a:lnTo>
                    <a:lnTo>
                      <a:pt x="1110" y="3883"/>
                    </a:lnTo>
                    <a:lnTo>
                      <a:pt x="1110" y="111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8748664" y="3872823"/>
                <a:ext cx="448808" cy="444196"/>
              </a:xfrm>
              <a:custGeom>
                <a:rect b="b" l="l" r="r" t="t"/>
                <a:pathLst>
                  <a:path extrusionOk="0" h="5490" w="5547">
                    <a:moveTo>
                      <a:pt x="1" y="0"/>
                    </a:moveTo>
                    <a:lnTo>
                      <a:pt x="1" y="1553"/>
                    </a:lnTo>
                    <a:lnTo>
                      <a:pt x="1997" y="3549"/>
                    </a:lnTo>
                    <a:lnTo>
                      <a:pt x="3938" y="5490"/>
                    </a:lnTo>
                    <a:lnTo>
                      <a:pt x="5546" y="5490"/>
                    </a:lnTo>
                    <a:lnTo>
                      <a:pt x="2774" y="271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9820965" y="4940593"/>
                <a:ext cx="215463" cy="184718"/>
              </a:xfrm>
              <a:custGeom>
                <a:rect b="b" l="l" r="r" t="t"/>
                <a:pathLst>
                  <a:path extrusionOk="0" h="2283" w="2663">
                    <a:moveTo>
                      <a:pt x="1170" y="619"/>
                    </a:moveTo>
                    <a:cubicBezTo>
                      <a:pt x="1306" y="619"/>
                      <a:pt x="1445" y="668"/>
                      <a:pt x="1553" y="777"/>
                    </a:cubicBezTo>
                    <a:cubicBezTo>
                      <a:pt x="1886" y="1110"/>
                      <a:pt x="1609" y="1720"/>
                      <a:pt x="1165" y="1720"/>
                    </a:cubicBezTo>
                    <a:cubicBezTo>
                      <a:pt x="833" y="1664"/>
                      <a:pt x="611" y="1442"/>
                      <a:pt x="611" y="1165"/>
                    </a:cubicBezTo>
                    <a:cubicBezTo>
                      <a:pt x="611" y="829"/>
                      <a:pt x="887" y="619"/>
                      <a:pt x="1170" y="619"/>
                    </a:cubicBezTo>
                    <a:close/>
                    <a:moveTo>
                      <a:pt x="1165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837"/>
                      <a:pt x="553" y="2282"/>
                      <a:pt x="1134" y="2282"/>
                    </a:cubicBezTo>
                    <a:cubicBezTo>
                      <a:pt x="1417" y="2282"/>
                      <a:pt x="1706" y="2177"/>
                      <a:pt x="1942" y="1941"/>
                    </a:cubicBezTo>
                    <a:cubicBezTo>
                      <a:pt x="2662" y="1221"/>
                      <a:pt x="2163" y="1"/>
                      <a:pt x="11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>
                <a:off x="5563238" y="409147"/>
                <a:ext cx="184070" cy="184070"/>
              </a:xfrm>
              <a:custGeom>
                <a:rect b="b" l="l" r="r" t="t"/>
                <a:pathLst>
                  <a:path extrusionOk="0" h="2275" w="2275">
                    <a:moveTo>
                      <a:pt x="1110" y="611"/>
                    </a:moveTo>
                    <a:cubicBezTo>
                      <a:pt x="1443" y="611"/>
                      <a:pt x="1664" y="833"/>
                      <a:pt x="1664" y="1165"/>
                    </a:cubicBezTo>
                    <a:cubicBezTo>
                      <a:pt x="1664" y="1443"/>
                      <a:pt x="1443" y="1664"/>
                      <a:pt x="1110" y="1664"/>
                    </a:cubicBezTo>
                    <a:cubicBezTo>
                      <a:pt x="833" y="1664"/>
                      <a:pt x="611" y="1443"/>
                      <a:pt x="611" y="1165"/>
                    </a:cubicBezTo>
                    <a:cubicBezTo>
                      <a:pt x="611" y="833"/>
                      <a:pt x="833" y="611"/>
                      <a:pt x="1110" y="611"/>
                    </a:cubicBezTo>
                    <a:close/>
                    <a:moveTo>
                      <a:pt x="1110" y="1"/>
                    </a:moveTo>
                    <a:cubicBezTo>
                      <a:pt x="500" y="1"/>
                      <a:pt x="1" y="500"/>
                      <a:pt x="1" y="1165"/>
                    </a:cubicBezTo>
                    <a:cubicBezTo>
                      <a:pt x="1" y="1775"/>
                      <a:pt x="500" y="2274"/>
                      <a:pt x="1110" y="2274"/>
                    </a:cubicBezTo>
                    <a:cubicBezTo>
                      <a:pt x="1775" y="2274"/>
                      <a:pt x="2274" y="1775"/>
                      <a:pt x="2274" y="1165"/>
                    </a:cubicBezTo>
                    <a:cubicBezTo>
                      <a:pt x="2274" y="500"/>
                      <a:pt x="1775" y="1"/>
                      <a:pt x="11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5630555" y="570724"/>
                <a:ext cx="4262258" cy="4432735"/>
              </a:xfrm>
              <a:custGeom>
                <a:rect b="b" l="l" r="r" t="t"/>
                <a:pathLst>
                  <a:path extrusionOk="0" h="54786" w="52679">
                    <a:moveTo>
                      <a:pt x="1" y="0"/>
                    </a:moveTo>
                    <a:lnTo>
                      <a:pt x="1" y="15027"/>
                    </a:lnTo>
                    <a:lnTo>
                      <a:pt x="22902" y="37929"/>
                    </a:lnTo>
                    <a:lnTo>
                      <a:pt x="22957" y="38040"/>
                    </a:lnTo>
                    <a:lnTo>
                      <a:pt x="35489" y="38040"/>
                    </a:lnTo>
                    <a:lnTo>
                      <a:pt x="52235" y="54786"/>
                    </a:lnTo>
                    <a:lnTo>
                      <a:pt x="52679" y="54398"/>
                    </a:lnTo>
                    <a:lnTo>
                      <a:pt x="35822" y="37541"/>
                    </a:lnTo>
                    <a:lnTo>
                      <a:pt x="35711" y="37430"/>
                    </a:lnTo>
                    <a:lnTo>
                      <a:pt x="23235" y="37430"/>
                    </a:lnTo>
                    <a:lnTo>
                      <a:pt x="611" y="14806"/>
                    </a:lnTo>
                    <a:lnTo>
                      <a:pt x="6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6043358" y="2181400"/>
                <a:ext cx="1135167" cy="1130636"/>
              </a:xfrm>
              <a:custGeom>
                <a:rect b="b" l="l" r="r" t="t"/>
                <a:pathLst>
                  <a:path extrusionOk="0" h="13974" w="14030">
                    <a:moveTo>
                      <a:pt x="0" y="0"/>
                    </a:moveTo>
                    <a:lnTo>
                      <a:pt x="0" y="6211"/>
                    </a:lnTo>
                    <a:lnTo>
                      <a:pt x="7708" y="13974"/>
                    </a:lnTo>
                    <a:lnTo>
                      <a:pt x="14029" y="13974"/>
                    </a:lnTo>
                    <a:lnTo>
                      <a:pt x="14029" y="13697"/>
                    </a:lnTo>
                    <a:lnTo>
                      <a:pt x="7819" y="13697"/>
                    </a:lnTo>
                    <a:lnTo>
                      <a:pt x="222" y="6155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25"/>
            <p:cNvGrpSpPr/>
            <p:nvPr/>
          </p:nvGrpSpPr>
          <p:grpSpPr>
            <a:xfrm>
              <a:off x="7031838" y="1257845"/>
              <a:ext cx="287456" cy="287456"/>
              <a:chOff x="9708823" y="3047299"/>
              <a:chExt cx="188520" cy="188520"/>
            </a:xfrm>
          </p:grpSpPr>
          <p:sp>
            <p:nvSpPr>
              <p:cNvPr id="174" name="Google Shape;174;p25"/>
              <p:cNvSpPr/>
              <p:nvPr/>
            </p:nvSpPr>
            <p:spPr>
              <a:xfrm>
                <a:off x="9789572" y="3047299"/>
                <a:ext cx="31474" cy="188520"/>
              </a:xfrm>
              <a:custGeom>
                <a:rect b="b" l="l" r="r" t="t"/>
                <a:pathLst>
                  <a:path extrusionOk="0" h="2330" w="389">
                    <a:moveTo>
                      <a:pt x="1" y="0"/>
                    </a:moveTo>
                    <a:lnTo>
                      <a:pt x="1" y="2329"/>
                    </a:lnTo>
                    <a:lnTo>
                      <a:pt x="389" y="2329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9708823" y="3128047"/>
                <a:ext cx="188520" cy="27024"/>
              </a:xfrm>
              <a:custGeom>
                <a:rect b="b" l="l" r="r" t="t"/>
                <a:pathLst>
                  <a:path extrusionOk="0" h="334" w="2330">
                    <a:moveTo>
                      <a:pt x="1" y="0"/>
                    </a:moveTo>
                    <a:lnTo>
                      <a:pt x="1" y="333"/>
                    </a:lnTo>
                    <a:lnTo>
                      <a:pt x="2329" y="333"/>
                    </a:lnTo>
                    <a:lnTo>
                      <a:pt x="23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25"/>
            <p:cNvGrpSpPr/>
            <p:nvPr/>
          </p:nvGrpSpPr>
          <p:grpSpPr>
            <a:xfrm>
              <a:off x="8049231" y="4543486"/>
              <a:ext cx="744776" cy="130184"/>
              <a:chOff x="8829494" y="3047299"/>
              <a:chExt cx="744776" cy="130184"/>
            </a:xfrm>
          </p:grpSpPr>
          <p:sp>
            <p:nvSpPr>
              <p:cNvPr id="177" name="Google Shape;177;p25"/>
              <p:cNvSpPr/>
              <p:nvPr/>
            </p:nvSpPr>
            <p:spPr>
              <a:xfrm>
                <a:off x="9390281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9246746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9107662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8968578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8829494" y="3047299"/>
                <a:ext cx="183989" cy="130184"/>
              </a:xfrm>
              <a:custGeom>
                <a:rect b="b" l="l" r="r" t="t"/>
                <a:pathLst>
                  <a:path extrusionOk="0" h="1609" w="2274">
                    <a:moveTo>
                      <a:pt x="1331" y="0"/>
                    </a:moveTo>
                    <a:lnTo>
                      <a:pt x="0" y="1608"/>
                    </a:lnTo>
                    <a:lnTo>
                      <a:pt x="943" y="1608"/>
                    </a:lnTo>
                    <a:lnTo>
                      <a:pt x="227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25"/>
            <p:cNvGrpSpPr/>
            <p:nvPr/>
          </p:nvGrpSpPr>
          <p:grpSpPr>
            <a:xfrm>
              <a:off x="5025311" y="4581842"/>
              <a:ext cx="653177" cy="53475"/>
              <a:chOff x="8407710" y="3361310"/>
              <a:chExt cx="713464" cy="58417"/>
            </a:xfrm>
          </p:grpSpPr>
          <p:sp>
            <p:nvSpPr>
              <p:cNvPr id="183" name="Google Shape;183;p25"/>
              <p:cNvSpPr/>
              <p:nvPr/>
            </p:nvSpPr>
            <p:spPr>
              <a:xfrm>
                <a:off x="8766626" y="3361310"/>
                <a:ext cx="354548" cy="58417"/>
              </a:xfrm>
              <a:custGeom>
                <a:rect b="b" l="l" r="r" t="t"/>
                <a:pathLst>
                  <a:path extrusionOk="0" h="722" w="4382">
                    <a:moveTo>
                      <a:pt x="1" y="1"/>
                    </a:moveTo>
                    <a:lnTo>
                      <a:pt x="1" y="722"/>
                    </a:lnTo>
                    <a:lnTo>
                      <a:pt x="4381" y="722"/>
                    </a:lnTo>
                    <a:lnTo>
                      <a:pt x="438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8519851" y="3361310"/>
                <a:ext cx="175089" cy="58417"/>
              </a:xfrm>
              <a:custGeom>
                <a:rect b="b" l="l" r="r" t="t"/>
                <a:pathLst>
                  <a:path extrusionOk="0" h="722" w="2164">
                    <a:moveTo>
                      <a:pt x="1" y="1"/>
                    </a:moveTo>
                    <a:lnTo>
                      <a:pt x="1" y="722"/>
                    </a:lnTo>
                    <a:lnTo>
                      <a:pt x="2164" y="722"/>
                    </a:lnTo>
                    <a:lnTo>
                      <a:pt x="216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8407710" y="3361310"/>
                <a:ext cx="58417" cy="58417"/>
              </a:xfrm>
              <a:custGeom>
                <a:rect b="b" l="l" r="r" t="t"/>
                <a:pathLst>
                  <a:path extrusionOk="0" h="722" w="722">
                    <a:moveTo>
                      <a:pt x="1" y="1"/>
                    </a:moveTo>
                    <a:lnTo>
                      <a:pt x="1" y="722"/>
                    </a:lnTo>
                    <a:lnTo>
                      <a:pt x="722" y="722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25"/>
            <p:cNvGrpSpPr/>
            <p:nvPr/>
          </p:nvGrpSpPr>
          <p:grpSpPr>
            <a:xfrm>
              <a:off x="7515400" y="2572981"/>
              <a:ext cx="2523342" cy="810715"/>
              <a:chOff x="7683442" y="2402007"/>
              <a:chExt cx="2595230" cy="833811"/>
            </a:xfrm>
          </p:grpSpPr>
          <p:sp>
            <p:nvSpPr>
              <p:cNvPr id="187" name="Google Shape;187;p25"/>
              <p:cNvSpPr/>
              <p:nvPr/>
            </p:nvSpPr>
            <p:spPr>
              <a:xfrm>
                <a:off x="7810998" y="2504392"/>
                <a:ext cx="2467674" cy="731426"/>
              </a:xfrm>
              <a:custGeom>
                <a:rect b="b" l="l" r="r" t="t"/>
                <a:pathLst>
                  <a:path extrusionOk="0" h="9040" w="30499">
                    <a:moveTo>
                      <a:pt x="278" y="1"/>
                    </a:moveTo>
                    <a:lnTo>
                      <a:pt x="1" y="278"/>
                    </a:lnTo>
                    <a:lnTo>
                      <a:pt x="3383" y="3660"/>
                    </a:lnTo>
                    <a:lnTo>
                      <a:pt x="24898" y="3660"/>
                    </a:lnTo>
                    <a:lnTo>
                      <a:pt x="30222" y="9039"/>
                    </a:lnTo>
                    <a:lnTo>
                      <a:pt x="30499" y="8762"/>
                    </a:lnTo>
                    <a:lnTo>
                      <a:pt x="25065" y="3272"/>
                    </a:lnTo>
                    <a:lnTo>
                      <a:pt x="3550" y="3272"/>
                    </a:lnTo>
                    <a:lnTo>
                      <a:pt x="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7683442" y="2402007"/>
                <a:ext cx="163408" cy="140091"/>
              </a:xfrm>
              <a:custGeom>
                <a:rect b="b" l="l" r="r" t="t"/>
                <a:pathLst>
                  <a:path extrusionOk="0" h="2283" w="2663">
                    <a:moveTo>
                      <a:pt x="1498" y="563"/>
                    </a:moveTo>
                    <a:cubicBezTo>
                      <a:pt x="1830" y="563"/>
                      <a:pt x="2052" y="840"/>
                      <a:pt x="2052" y="1118"/>
                    </a:cubicBezTo>
                    <a:cubicBezTo>
                      <a:pt x="2052" y="1454"/>
                      <a:pt x="1776" y="1664"/>
                      <a:pt x="1494" y="1664"/>
                    </a:cubicBezTo>
                    <a:cubicBezTo>
                      <a:pt x="1357" y="1664"/>
                      <a:pt x="1218" y="1615"/>
                      <a:pt x="1110" y="1506"/>
                    </a:cubicBezTo>
                    <a:cubicBezTo>
                      <a:pt x="777" y="1173"/>
                      <a:pt x="999" y="563"/>
                      <a:pt x="1498" y="563"/>
                    </a:cubicBezTo>
                    <a:close/>
                    <a:moveTo>
                      <a:pt x="1529" y="0"/>
                    </a:moveTo>
                    <a:cubicBezTo>
                      <a:pt x="1246" y="0"/>
                      <a:pt x="957" y="106"/>
                      <a:pt x="721" y="341"/>
                    </a:cubicBezTo>
                    <a:cubicBezTo>
                      <a:pt x="1" y="1007"/>
                      <a:pt x="500" y="2282"/>
                      <a:pt x="1498" y="2282"/>
                    </a:cubicBezTo>
                    <a:cubicBezTo>
                      <a:pt x="2108" y="2282"/>
                      <a:pt x="2662" y="1728"/>
                      <a:pt x="2662" y="1118"/>
                    </a:cubicBezTo>
                    <a:cubicBezTo>
                      <a:pt x="2662" y="446"/>
                      <a:pt x="2110" y="0"/>
                      <a:pt x="15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_2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7"/>
          <p:cNvGrpSpPr/>
          <p:nvPr/>
        </p:nvGrpSpPr>
        <p:grpSpPr>
          <a:xfrm>
            <a:off x="-655997" y="3837819"/>
            <a:ext cx="4859943" cy="2698430"/>
            <a:chOff x="-788304" y="3837819"/>
            <a:chExt cx="4859943" cy="2698430"/>
          </a:xfrm>
        </p:grpSpPr>
        <p:sp>
          <p:nvSpPr>
            <p:cNvPr id="191" name="Google Shape;191;p27"/>
            <p:cNvSpPr/>
            <p:nvPr/>
          </p:nvSpPr>
          <p:spPr>
            <a:xfrm flipH="1">
              <a:off x="-788304" y="4174967"/>
              <a:ext cx="2494083" cy="1471900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27"/>
            <p:cNvGrpSpPr/>
            <p:nvPr/>
          </p:nvGrpSpPr>
          <p:grpSpPr>
            <a:xfrm flipH="1">
              <a:off x="1320303" y="4461358"/>
              <a:ext cx="647438" cy="321825"/>
              <a:chOff x="7990044" y="3252744"/>
              <a:chExt cx="516875" cy="256925"/>
            </a:xfrm>
          </p:grpSpPr>
          <p:sp>
            <p:nvSpPr>
              <p:cNvPr id="193" name="Google Shape;193;p27"/>
              <p:cNvSpPr/>
              <p:nvPr/>
            </p:nvSpPr>
            <p:spPr>
              <a:xfrm>
                <a:off x="8208922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29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8208922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5" y="926"/>
                    </a:lnTo>
                    <a:lnTo>
                      <a:pt x="925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7990044" y="3431894"/>
                <a:ext cx="78111" cy="77775"/>
              </a:xfrm>
              <a:custGeom>
                <a:rect b="b" l="l" r="r" t="t"/>
                <a:pathLst>
                  <a:path extrusionOk="0" h="926" w="930">
                    <a:moveTo>
                      <a:pt x="129" y="1"/>
                    </a:moveTo>
                    <a:lnTo>
                      <a:pt x="1" y="125"/>
                    </a:lnTo>
                    <a:lnTo>
                      <a:pt x="801" y="926"/>
                    </a:lnTo>
                    <a:lnTo>
                      <a:pt x="930" y="798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7990044" y="3431558"/>
                <a:ext cx="77775" cy="77775"/>
              </a:xfrm>
              <a:custGeom>
                <a:rect b="b" l="l" r="r" t="t"/>
                <a:pathLst>
                  <a:path extrusionOk="0" h="926" w="926">
                    <a:moveTo>
                      <a:pt x="801" y="1"/>
                    </a:moveTo>
                    <a:lnTo>
                      <a:pt x="1" y="798"/>
                    </a:lnTo>
                    <a:lnTo>
                      <a:pt x="129" y="926"/>
                    </a:lnTo>
                    <a:lnTo>
                      <a:pt x="926" y="125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8428808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8429144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797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7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8209930" y="3252744"/>
                <a:ext cx="78111" cy="78111"/>
              </a:xfrm>
              <a:custGeom>
                <a:rect b="b" l="l" r="r" t="t"/>
                <a:pathLst>
                  <a:path extrusionOk="0" h="930" w="930">
                    <a:moveTo>
                      <a:pt x="129" y="0"/>
                    </a:moveTo>
                    <a:lnTo>
                      <a:pt x="1" y="129"/>
                    </a:lnTo>
                    <a:lnTo>
                      <a:pt x="801" y="929"/>
                    </a:lnTo>
                    <a:lnTo>
                      <a:pt x="929" y="801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8210266" y="3253080"/>
                <a:ext cx="77775" cy="78111"/>
              </a:xfrm>
              <a:custGeom>
                <a:rect b="b" l="l" r="r" t="t"/>
                <a:pathLst>
                  <a:path extrusionOk="0" h="930" w="926">
                    <a:moveTo>
                      <a:pt x="801" y="0"/>
                    </a:moveTo>
                    <a:lnTo>
                      <a:pt x="1" y="801"/>
                    </a:lnTo>
                    <a:lnTo>
                      <a:pt x="125" y="929"/>
                    </a:lnTo>
                    <a:lnTo>
                      <a:pt x="925" y="12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27"/>
            <p:cNvGrpSpPr/>
            <p:nvPr/>
          </p:nvGrpSpPr>
          <p:grpSpPr>
            <a:xfrm rot="5400000">
              <a:off x="813121" y="3277731"/>
              <a:ext cx="2698430" cy="3818606"/>
              <a:chOff x="7726148" y="777978"/>
              <a:chExt cx="2698430" cy="3818606"/>
            </a:xfrm>
          </p:grpSpPr>
          <p:sp>
            <p:nvSpPr>
              <p:cNvPr id="202" name="Google Shape;202;p27"/>
              <p:cNvSpPr/>
              <p:nvPr/>
            </p:nvSpPr>
            <p:spPr>
              <a:xfrm>
                <a:off x="7726148" y="4468667"/>
                <a:ext cx="148998" cy="127917"/>
              </a:xfrm>
              <a:custGeom>
                <a:rect b="b" l="l" r="r" t="t"/>
                <a:pathLst>
                  <a:path extrusionOk="0" h="1523" w="1774">
                    <a:moveTo>
                      <a:pt x="757" y="406"/>
                    </a:moveTo>
                    <a:cubicBezTo>
                      <a:pt x="1077" y="406"/>
                      <a:pt x="1238" y="790"/>
                      <a:pt x="1009" y="1014"/>
                    </a:cubicBezTo>
                    <a:cubicBezTo>
                      <a:pt x="937" y="1087"/>
                      <a:pt x="847" y="1120"/>
                      <a:pt x="759" y="1120"/>
                    </a:cubicBezTo>
                    <a:cubicBezTo>
                      <a:pt x="576" y="1120"/>
                      <a:pt x="401" y="978"/>
                      <a:pt x="401" y="762"/>
                    </a:cubicBezTo>
                    <a:cubicBezTo>
                      <a:pt x="401" y="566"/>
                      <a:pt x="561" y="406"/>
                      <a:pt x="757" y="406"/>
                    </a:cubicBezTo>
                    <a:close/>
                    <a:moveTo>
                      <a:pt x="764" y="1"/>
                    </a:moveTo>
                    <a:cubicBezTo>
                      <a:pt x="374" y="1"/>
                      <a:pt x="1" y="305"/>
                      <a:pt x="1" y="762"/>
                    </a:cubicBezTo>
                    <a:cubicBezTo>
                      <a:pt x="1" y="1182"/>
                      <a:pt x="337" y="1519"/>
                      <a:pt x="757" y="1523"/>
                    </a:cubicBezTo>
                    <a:cubicBezTo>
                      <a:pt x="1434" y="1523"/>
                      <a:pt x="1774" y="702"/>
                      <a:pt x="1294" y="226"/>
                    </a:cubicBezTo>
                    <a:cubicBezTo>
                      <a:pt x="1139" y="70"/>
                      <a:pt x="950" y="1"/>
                      <a:pt x="7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9887546" y="2617023"/>
                <a:ext cx="520234" cy="519814"/>
              </a:xfrm>
              <a:custGeom>
                <a:rect b="b" l="l" r="r" t="t"/>
                <a:pathLst>
                  <a:path extrusionOk="0" h="6189" w="6194">
                    <a:moveTo>
                      <a:pt x="4428" y="0"/>
                    </a:moveTo>
                    <a:lnTo>
                      <a:pt x="2214" y="2214"/>
                    </a:lnTo>
                    <a:lnTo>
                      <a:pt x="1" y="4427"/>
                    </a:lnTo>
                    <a:lnTo>
                      <a:pt x="1" y="6188"/>
                    </a:lnTo>
                    <a:lnTo>
                      <a:pt x="3095" y="3094"/>
                    </a:lnTo>
                    <a:lnTo>
                      <a:pt x="61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7813245" y="777978"/>
                <a:ext cx="2611333" cy="3736295"/>
              </a:xfrm>
              <a:custGeom>
                <a:rect b="b" l="l" r="r" t="t"/>
                <a:pathLst>
                  <a:path extrusionOk="0" h="44485" w="31091">
                    <a:moveTo>
                      <a:pt x="28921" y="1"/>
                    </a:moveTo>
                    <a:lnTo>
                      <a:pt x="23577" y="5344"/>
                    </a:lnTo>
                    <a:lnTo>
                      <a:pt x="23577" y="11525"/>
                    </a:lnTo>
                    <a:lnTo>
                      <a:pt x="30686" y="18638"/>
                    </a:lnTo>
                    <a:lnTo>
                      <a:pt x="30686" y="21984"/>
                    </a:lnTo>
                    <a:lnTo>
                      <a:pt x="19218" y="33456"/>
                    </a:lnTo>
                    <a:lnTo>
                      <a:pt x="10744" y="33456"/>
                    </a:lnTo>
                    <a:lnTo>
                      <a:pt x="10688" y="33512"/>
                    </a:lnTo>
                    <a:lnTo>
                      <a:pt x="0" y="44200"/>
                    </a:lnTo>
                    <a:lnTo>
                      <a:pt x="285" y="44484"/>
                    </a:lnTo>
                    <a:lnTo>
                      <a:pt x="10912" y="33857"/>
                    </a:lnTo>
                    <a:lnTo>
                      <a:pt x="19382" y="33857"/>
                    </a:lnTo>
                    <a:lnTo>
                      <a:pt x="19442" y="33797"/>
                    </a:lnTo>
                    <a:lnTo>
                      <a:pt x="31090" y="22148"/>
                    </a:lnTo>
                    <a:lnTo>
                      <a:pt x="31090" y="18474"/>
                    </a:lnTo>
                    <a:lnTo>
                      <a:pt x="23977" y="11361"/>
                    </a:lnTo>
                    <a:lnTo>
                      <a:pt x="23977" y="5509"/>
                    </a:lnTo>
                    <a:lnTo>
                      <a:pt x="29205" y="285"/>
                    </a:lnTo>
                    <a:lnTo>
                      <a:pt x="2892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05" name="Google Shape;205;p27"/>
          <p:cNvGrpSpPr/>
          <p:nvPr/>
        </p:nvGrpSpPr>
        <p:grpSpPr>
          <a:xfrm flipH="1">
            <a:off x="5745067" y="-1801575"/>
            <a:ext cx="4054930" cy="3690696"/>
            <a:chOff x="-626842" y="-1801575"/>
            <a:chExt cx="4054930" cy="3690696"/>
          </a:xfrm>
        </p:grpSpPr>
        <p:sp>
          <p:nvSpPr>
            <p:cNvPr id="206" name="Google Shape;206;p27"/>
            <p:cNvSpPr/>
            <p:nvPr/>
          </p:nvSpPr>
          <p:spPr>
            <a:xfrm>
              <a:off x="-626842" y="-190870"/>
              <a:ext cx="2698418" cy="1592456"/>
            </a:xfrm>
            <a:custGeom>
              <a:rect b="b" l="l" r="r" t="t"/>
              <a:pathLst>
                <a:path extrusionOk="0" h="13154" w="22289">
                  <a:moveTo>
                    <a:pt x="14063" y="0"/>
                  </a:moveTo>
                  <a:lnTo>
                    <a:pt x="11521" y="2542"/>
                  </a:lnTo>
                  <a:lnTo>
                    <a:pt x="10616" y="2542"/>
                  </a:lnTo>
                  <a:lnTo>
                    <a:pt x="1" y="13154"/>
                  </a:lnTo>
                  <a:lnTo>
                    <a:pt x="5249" y="13154"/>
                  </a:lnTo>
                  <a:lnTo>
                    <a:pt x="9572" y="8831"/>
                  </a:lnTo>
                  <a:lnTo>
                    <a:pt x="13515" y="8831"/>
                  </a:lnTo>
                  <a:lnTo>
                    <a:pt x="22289" y="52"/>
                  </a:lnTo>
                  <a:lnTo>
                    <a:pt x="140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7" name="Google Shape;207;p27"/>
            <p:cNvGrpSpPr/>
            <p:nvPr/>
          </p:nvGrpSpPr>
          <p:grpSpPr>
            <a:xfrm rot="10800000">
              <a:off x="388735" y="-1801575"/>
              <a:ext cx="3039353" cy="3203144"/>
              <a:chOff x="7797455" y="1505164"/>
              <a:chExt cx="3773251" cy="3976591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8507171" y="4423732"/>
                <a:ext cx="375603" cy="375939"/>
              </a:xfrm>
              <a:custGeom>
                <a:rect b="b" l="l" r="r" t="t"/>
                <a:pathLst>
                  <a:path extrusionOk="0" h="4476" w="4472">
                    <a:moveTo>
                      <a:pt x="4471" y="0"/>
                    </a:moveTo>
                    <a:lnTo>
                      <a:pt x="2234" y="2238"/>
                    </a:lnTo>
                    <a:lnTo>
                      <a:pt x="0" y="4475"/>
                    </a:lnTo>
                    <a:lnTo>
                      <a:pt x="1273" y="4475"/>
                    </a:lnTo>
                    <a:lnTo>
                      <a:pt x="2870" y="2874"/>
                    </a:lnTo>
                    <a:lnTo>
                      <a:pt x="4471" y="1273"/>
                    </a:lnTo>
                    <a:lnTo>
                      <a:pt x="44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7797455" y="5326373"/>
                <a:ext cx="181250" cy="155382"/>
              </a:xfrm>
              <a:custGeom>
                <a:rect b="b" l="l" r="r" t="t"/>
                <a:pathLst>
                  <a:path extrusionOk="0" h="1850" w="2158">
                    <a:moveTo>
                      <a:pt x="1231" y="488"/>
                    </a:moveTo>
                    <a:cubicBezTo>
                      <a:pt x="1455" y="488"/>
                      <a:pt x="1669" y="663"/>
                      <a:pt x="1669" y="925"/>
                    </a:cubicBezTo>
                    <a:cubicBezTo>
                      <a:pt x="1669" y="1166"/>
                      <a:pt x="1473" y="1362"/>
                      <a:pt x="1233" y="1362"/>
                    </a:cubicBezTo>
                    <a:cubicBezTo>
                      <a:pt x="845" y="1358"/>
                      <a:pt x="653" y="889"/>
                      <a:pt x="925" y="617"/>
                    </a:cubicBezTo>
                    <a:cubicBezTo>
                      <a:pt x="1014" y="528"/>
                      <a:pt x="1124" y="488"/>
                      <a:pt x="1231" y="488"/>
                    </a:cubicBezTo>
                    <a:close/>
                    <a:moveTo>
                      <a:pt x="1233" y="1"/>
                    </a:moveTo>
                    <a:cubicBezTo>
                      <a:pt x="413" y="1"/>
                      <a:pt x="0" y="998"/>
                      <a:pt x="581" y="1578"/>
                    </a:cubicBezTo>
                    <a:cubicBezTo>
                      <a:pt x="768" y="1765"/>
                      <a:pt x="999" y="1849"/>
                      <a:pt x="1226" y="1849"/>
                    </a:cubicBezTo>
                    <a:cubicBezTo>
                      <a:pt x="1701" y="1849"/>
                      <a:pt x="2158" y="1481"/>
                      <a:pt x="2158" y="925"/>
                    </a:cubicBezTo>
                    <a:cubicBezTo>
                      <a:pt x="2158" y="413"/>
                      <a:pt x="1746" y="1"/>
                      <a:pt x="1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11389036" y="1505164"/>
                <a:ext cx="181670" cy="155382"/>
              </a:xfrm>
              <a:custGeom>
                <a:rect b="b" l="l" r="r" t="t"/>
                <a:pathLst>
                  <a:path extrusionOk="0" h="1850" w="2163">
                    <a:moveTo>
                      <a:pt x="1233" y="488"/>
                    </a:moveTo>
                    <a:cubicBezTo>
                      <a:pt x="1457" y="488"/>
                      <a:pt x="1674" y="663"/>
                      <a:pt x="1674" y="925"/>
                    </a:cubicBezTo>
                    <a:cubicBezTo>
                      <a:pt x="1674" y="1166"/>
                      <a:pt x="1478" y="1358"/>
                      <a:pt x="1237" y="1362"/>
                    </a:cubicBezTo>
                    <a:cubicBezTo>
                      <a:pt x="849" y="1362"/>
                      <a:pt x="653" y="889"/>
                      <a:pt x="929" y="617"/>
                    </a:cubicBezTo>
                    <a:cubicBezTo>
                      <a:pt x="1017" y="528"/>
                      <a:pt x="1126" y="488"/>
                      <a:pt x="1233" y="488"/>
                    </a:cubicBezTo>
                    <a:close/>
                    <a:moveTo>
                      <a:pt x="1237" y="1"/>
                    </a:moveTo>
                    <a:cubicBezTo>
                      <a:pt x="413" y="1"/>
                      <a:pt x="1" y="998"/>
                      <a:pt x="585" y="1578"/>
                    </a:cubicBezTo>
                    <a:cubicBezTo>
                      <a:pt x="772" y="1765"/>
                      <a:pt x="1003" y="1849"/>
                      <a:pt x="1230" y="1849"/>
                    </a:cubicBezTo>
                    <a:cubicBezTo>
                      <a:pt x="1705" y="1849"/>
                      <a:pt x="2162" y="1481"/>
                      <a:pt x="2162" y="925"/>
                    </a:cubicBezTo>
                    <a:cubicBezTo>
                      <a:pt x="2162" y="413"/>
                      <a:pt x="1746" y="1"/>
                      <a:pt x="12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7919157" y="1639968"/>
                <a:ext cx="3594352" cy="3738983"/>
              </a:xfrm>
              <a:custGeom>
                <a:rect b="b" l="l" r="r" t="t"/>
                <a:pathLst>
                  <a:path extrusionOk="0" h="44517" w="42795">
                    <a:moveTo>
                      <a:pt x="42306" y="1"/>
                    </a:moveTo>
                    <a:lnTo>
                      <a:pt x="42306" y="12025"/>
                    </a:lnTo>
                    <a:lnTo>
                      <a:pt x="23925" y="30406"/>
                    </a:lnTo>
                    <a:lnTo>
                      <a:pt x="13762" y="30406"/>
                    </a:lnTo>
                    <a:lnTo>
                      <a:pt x="13690" y="30478"/>
                    </a:lnTo>
                    <a:lnTo>
                      <a:pt x="0" y="44172"/>
                    </a:lnTo>
                    <a:lnTo>
                      <a:pt x="345" y="44516"/>
                    </a:lnTo>
                    <a:lnTo>
                      <a:pt x="13966" y="30895"/>
                    </a:lnTo>
                    <a:lnTo>
                      <a:pt x="24125" y="30895"/>
                    </a:lnTo>
                    <a:lnTo>
                      <a:pt x="24197" y="30823"/>
                    </a:lnTo>
                    <a:lnTo>
                      <a:pt x="42795" y="12230"/>
                    </a:lnTo>
                    <a:lnTo>
                      <a:pt x="427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27"/>
            <p:cNvGrpSpPr/>
            <p:nvPr/>
          </p:nvGrpSpPr>
          <p:grpSpPr>
            <a:xfrm>
              <a:off x="331330" y="1630180"/>
              <a:ext cx="258605" cy="258941"/>
              <a:chOff x="8925357" y="2817675"/>
              <a:chExt cx="258605" cy="258941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9033956" y="2817675"/>
                <a:ext cx="41155" cy="258941"/>
              </a:xfrm>
              <a:custGeom>
                <a:rect b="b" l="l" r="r" t="t"/>
                <a:pathLst>
                  <a:path extrusionOk="0" h="3083" w="490">
                    <a:moveTo>
                      <a:pt x="1" y="1"/>
                    </a:moveTo>
                    <a:lnTo>
                      <a:pt x="1" y="3083"/>
                    </a:lnTo>
                    <a:lnTo>
                      <a:pt x="489" y="3083"/>
                    </a:lnTo>
                    <a:lnTo>
                      <a:pt x="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8925357" y="2926610"/>
                <a:ext cx="258605" cy="41155"/>
              </a:xfrm>
              <a:custGeom>
                <a:rect b="b" l="l" r="r" t="t"/>
                <a:pathLst>
                  <a:path extrusionOk="0" h="490" w="3079">
                    <a:moveTo>
                      <a:pt x="1" y="1"/>
                    </a:moveTo>
                    <a:lnTo>
                      <a:pt x="1" y="489"/>
                    </a:lnTo>
                    <a:lnTo>
                      <a:pt x="3079" y="489"/>
                    </a:lnTo>
                    <a:lnTo>
                      <a:pt x="30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5" name="Google Shape;215;p27"/>
          <p:cNvSpPr txBox="1"/>
          <p:nvPr>
            <p:ph type="title"/>
          </p:nvPr>
        </p:nvSpPr>
        <p:spPr>
          <a:xfrm>
            <a:off x="1478734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1" type="subTitle"/>
          </p:nvPr>
        </p:nvSpPr>
        <p:spPr>
          <a:xfrm>
            <a:off x="777784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2" type="subTitle"/>
          </p:nvPr>
        </p:nvSpPr>
        <p:spPr>
          <a:xfrm>
            <a:off x="777784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3" type="title"/>
          </p:nvPr>
        </p:nvSpPr>
        <p:spPr>
          <a:xfrm>
            <a:off x="412904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4" type="subTitle"/>
          </p:nvPr>
        </p:nvSpPr>
        <p:spPr>
          <a:xfrm>
            <a:off x="3428103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5" type="subTitle"/>
          </p:nvPr>
        </p:nvSpPr>
        <p:spPr>
          <a:xfrm>
            <a:off x="3428103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6" type="title"/>
          </p:nvPr>
        </p:nvSpPr>
        <p:spPr>
          <a:xfrm>
            <a:off x="67793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7" type="subTitle"/>
          </p:nvPr>
        </p:nvSpPr>
        <p:spPr>
          <a:xfrm>
            <a:off x="6078416" y="2601579"/>
            <a:ext cx="2287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8" type="subTitle"/>
          </p:nvPr>
        </p:nvSpPr>
        <p:spPr>
          <a:xfrm>
            <a:off x="6078416" y="2972979"/>
            <a:ext cx="2287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0"/>
          <p:cNvGrpSpPr/>
          <p:nvPr/>
        </p:nvGrpSpPr>
        <p:grpSpPr>
          <a:xfrm>
            <a:off x="6302380" y="-753973"/>
            <a:ext cx="4838247" cy="8737197"/>
            <a:chOff x="6149980" y="-753973"/>
            <a:chExt cx="4838247" cy="8737197"/>
          </a:xfrm>
        </p:grpSpPr>
        <p:sp>
          <p:nvSpPr>
            <p:cNvPr id="227" name="Google Shape;227;p30"/>
            <p:cNvSpPr/>
            <p:nvPr/>
          </p:nvSpPr>
          <p:spPr>
            <a:xfrm rot="10800000">
              <a:off x="6501374" y="2350375"/>
              <a:ext cx="4486853" cy="2966613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" name="Google Shape;228;p30"/>
            <p:cNvGrpSpPr/>
            <p:nvPr/>
          </p:nvGrpSpPr>
          <p:grpSpPr>
            <a:xfrm flipH="1">
              <a:off x="7623943" y="2421824"/>
              <a:ext cx="300359" cy="299855"/>
              <a:chOff x="1466575" y="2391250"/>
              <a:chExt cx="59575" cy="59475"/>
            </a:xfrm>
          </p:grpSpPr>
          <p:sp>
            <p:nvSpPr>
              <p:cNvPr id="229" name="Google Shape;229;p30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30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1" name="Google Shape;231;p30"/>
            <p:cNvGrpSpPr/>
            <p:nvPr/>
          </p:nvGrpSpPr>
          <p:grpSpPr>
            <a:xfrm flipH="1">
              <a:off x="6149980" y="-661273"/>
              <a:ext cx="2817846" cy="4069237"/>
              <a:chOff x="278245" y="-184325"/>
              <a:chExt cx="2358228" cy="3405504"/>
            </a:xfrm>
          </p:grpSpPr>
          <p:grpSp>
            <p:nvGrpSpPr>
              <p:cNvPr id="232" name="Google Shape;232;p30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233" name="Google Shape;233;p30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30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30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30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30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8" name="Google Shape;238;p30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30"/>
            <p:cNvSpPr/>
            <p:nvPr/>
          </p:nvSpPr>
          <p:spPr>
            <a:xfrm rot="10800000">
              <a:off x="8012311" y="-753973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0" name="Google Shape;240;p30"/>
            <p:cNvGrpSpPr/>
            <p:nvPr/>
          </p:nvGrpSpPr>
          <p:grpSpPr>
            <a:xfrm>
              <a:off x="7560791" y="3580603"/>
              <a:ext cx="3173104" cy="4402621"/>
              <a:chOff x="2132995" y="960308"/>
              <a:chExt cx="496177" cy="688437"/>
            </a:xfrm>
          </p:grpSpPr>
          <p:sp>
            <p:nvSpPr>
              <p:cNvPr id="241" name="Google Shape;241;p30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30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30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30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30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6" name="Google Shape;246;p30"/>
          <p:cNvGrpSpPr/>
          <p:nvPr/>
        </p:nvGrpSpPr>
        <p:grpSpPr>
          <a:xfrm>
            <a:off x="-2749105" y="-2045482"/>
            <a:ext cx="6654696" cy="9234462"/>
            <a:chOff x="-2596705" y="-2045482"/>
            <a:chExt cx="6654696" cy="9234462"/>
          </a:xfrm>
        </p:grpSpPr>
        <p:grpSp>
          <p:nvGrpSpPr>
            <p:cNvPr id="247" name="Google Shape;247;p30"/>
            <p:cNvGrpSpPr/>
            <p:nvPr/>
          </p:nvGrpSpPr>
          <p:grpSpPr>
            <a:xfrm flipH="1">
              <a:off x="722369" y="491148"/>
              <a:ext cx="801674" cy="397824"/>
              <a:chOff x="1622300" y="2291700"/>
              <a:chExt cx="118800" cy="58950"/>
            </a:xfrm>
          </p:grpSpPr>
          <p:sp>
            <p:nvSpPr>
              <p:cNvPr id="248" name="Google Shape;248;p30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30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30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6" name="Google Shape;256;p30"/>
            <p:cNvSpPr/>
            <p:nvPr/>
          </p:nvSpPr>
          <p:spPr>
            <a:xfrm>
              <a:off x="-2596705" y="-1246603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7" name="Google Shape;257;p30"/>
            <p:cNvGrpSpPr/>
            <p:nvPr/>
          </p:nvGrpSpPr>
          <p:grpSpPr>
            <a:xfrm rot="10800000">
              <a:off x="-1185762" y="-2045482"/>
              <a:ext cx="2901864" cy="4211820"/>
              <a:chOff x="6769513" y="299393"/>
              <a:chExt cx="1308620" cy="1899526"/>
            </a:xfrm>
          </p:grpSpPr>
          <p:sp>
            <p:nvSpPr>
              <p:cNvPr id="258" name="Google Shape;258;p30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30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30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30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30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0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4" name="Google Shape;264;p30"/>
            <p:cNvSpPr/>
            <p:nvPr/>
          </p:nvSpPr>
          <p:spPr>
            <a:xfrm rot="10800000">
              <a:off x="1102163" y="4774798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5" name="Google Shape;265;p30"/>
            <p:cNvGrpSpPr/>
            <p:nvPr/>
          </p:nvGrpSpPr>
          <p:grpSpPr>
            <a:xfrm flipH="1">
              <a:off x="-1973878" y="2737381"/>
              <a:ext cx="3265346" cy="3441180"/>
              <a:chOff x="2011428" y="602777"/>
              <a:chExt cx="774292" cy="815987"/>
            </a:xfrm>
          </p:grpSpPr>
          <p:sp>
            <p:nvSpPr>
              <p:cNvPr id="266" name="Google Shape;266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2" name="Google Shape;272;p30"/>
            <p:cNvGrpSpPr/>
            <p:nvPr/>
          </p:nvGrpSpPr>
          <p:grpSpPr>
            <a:xfrm rot="-5400000">
              <a:off x="-1256153" y="3835717"/>
              <a:ext cx="3265346" cy="3441180"/>
              <a:chOff x="2011428" y="602777"/>
              <a:chExt cx="774292" cy="815987"/>
            </a:xfrm>
          </p:grpSpPr>
          <p:sp>
            <p:nvSpPr>
              <p:cNvPr id="273" name="Google Shape;273;p30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30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9" name="Google Shape;279;p30"/>
          <p:cNvSpPr txBox="1"/>
          <p:nvPr>
            <p:ph type="title"/>
          </p:nvPr>
        </p:nvSpPr>
        <p:spPr>
          <a:xfrm>
            <a:off x="2646000" y="491162"/>
            <a:ext cx="3852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0" name="Google Shape;280;p30"/>
          <p:cNvSpPr txBox="1"/>
          <p:nvPr>
            <p:ph idx="1" type="subTitle"/>
          </p:nvPr>
        </p:nvSpPr>
        <p:spPr>
          <a:xfrm>
            <a:off x="2646000" y="1407566"/>
            <a:ext cx="38520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81" name="Google Shape;281;p30"/>
          <p:cNvSpPr txBox="1"/>
          <p:nvPr/>
        </p:nvSpPr>
        <p:spPr>
          <a:xfrm>
            <a:off x="2779350" y="3548507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b="1" i="0" lang="pt-BR" sz="1200" u="none" cap="none" strike="noStrike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7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29"/>
          <p:cNvGrpSpPr/>
          <p:nvPr/>
        </p:nvGrpSpPr>
        <p:grpSpPr>
          <a:xfrm>
            <a:off x="5604680" y="538591"/>
            <a:ext cx="6322114" cy="7255046"/>
            <a:chOff x="5604680" y="557027"/>
            <a:chExt cx="6322114" cy="7255046"/>
          </a:xfrm>
        </p:grpSpPr>
        <p:sp>
          <p:nvSpPr>
            <p:cNvPr id="284" name="Google Shape;284;p29"/>
            <p:cNvSpPr/>
            <p:nvPr/>
          </p:nvSpPr>
          <p:spPr>
            <a:xfrm flipH="1">
              <a:off x="5604680" y="557027"/>
              <a:ext cx="6322114" cy="7255046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29"/>
            <p:cNvGrpSpPr/>
            <p:nvPr/>
          </p:nvGrpSpPr>
          <p:grpSpPr>
            <a:xfrm flipH="1">
              <a:off x="8026531" y="1401565"/>
              <a:ext cx="2381712" cy="3328976"/>
              <a:chOff x="7655072" y="-407632"/>
              <a:chExt cx="2008528" cy="2807367"/>
            </a:xfrm>
          </p:grpSpPr>
          <p:sp>
            <p:nvSpPr>
              <p:cNvPr id="286" name="Google Shape;286;p29"/>
              <p:cNvSpPr/>
              <p:nvPr/>
            </p:nvSpPr>
            <p:spPr>
              <a:xfrm>
                <a:off x="7685059" y="-336851"/>
                <a:ext cx="1930325" cy="2689498"/>
              </a:xfrm>
              <a:custGeom>
                <a:rect b="b" l="l" r="r" t="t"/>
                <a:pathLst>
                  <a:path extrusionOk="0" h="45293" w="32508">
                    <a:moveTo>
                      <a:pt x="0" y="1"/>
                    </a:moveTo>
                    <a:lnTo>
                      <a:pt x="0" y="8351"/>
                    </a:lnTo>
                    <a:lnTo>
                      <a:pt x="15447" y="8351"/>
                    </a:lnTo>
                    <a:lnTo>
                      <a:pt x="24998" y="17901"/>
                    </a:lnTo>
                    <a:lnTo>
                      <a:pt x="24998" y="38040"/>
                    </a:lnTo>
                    <a:lnTo>
                      <a:pt x="32251" y="45293"/>
                    </a:lnTo>
                    <a:lnTo>
                      <a:pt x="32507" y="45037"/>
                    </a:lnTo>
                    <a:lnTo>
                      <a:pt x="25358" y="37888"/>
                    </a:lnTo>
                    <a:lnTo>
                      <a:pt x="25358" y="17749"/>
                    </a:lnTo>
                    <a:lnTo>
                      <a:pt x="15651" y="8043"/>
                    </a:lnTo>
                    <a:lnTo>
                      <a:pt x="15595" y="7986"/>
                    </a:lnTo>
                    <a:lnTo>
                      <a:pt x="365" y="7986"/>
                    </a:lnTo>
                    <a:lnTo>
                      <a:pt x="3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8734422" y="271200"/>
                <a:ext cx="332350" cy="332528"/>
              </a:xfrm>
              <a:custGeom>
                <a:rect b="b" l="l" r="r" t="t"/>
                <a:pathLst>
                  <a:path extrusionOk="0" h="5600" w="5597">
                    <a:moveTo>
                      <a:pt x="1" y="0"/>
                    </a:moveTo>
                    <a:lnTo>
                      <a:pt x="1" y="1597"/>
                    </a:lnTo>
                    <a:lnTo>
                      <a:pt x="2002" y="3599"/>
                    </a:lnTo>
                    <a:lnTo>
                      <a:pt x="4004" y="5600"/>
                    </a:lnTo>
                    <a:lnTo>
                      <a:pt x="5597" y="5600"/>
                    </a:lnTo>
                    <a:lnTo>
                      <a:pt x="2799" y="28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9"/>
              <p:cNvSpPr/>
              <p:nvPr/>
            </p:nvSpPr>
            <p:spPr>
              <a:xfrm>
                <a:off x="7655072" y="-407632"/>
                <a:ext cx="81588" cy="81529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29"/>
              <p:cNvSpPr/>
              <p:nvPr/>
            </p:nvSpPr>
            <p:spPr>
              <a:xfrm>
                <a:off x="9568236" y="2317969"/>
                <a:ext cx="95364" cy="81766"/>
              </a:xfrm>
              <a:custGeom>
                <a:rect b="b" l="l" r="r" t="t"/>
                <a:pathLst>
                  <a:path extrusionOk="0" h="1377" w="1606">
                    <a:moveTo>
                      <a:pt x="917" y="364"/>
                    </a:moveTo>
                    <a:cubicBezTo>
                      <a:pt x="1097" y="364"/>
                      <a:pt x="1242" y="512"/>
                      <a:pt x="1242" y="688"/>
                    </a:cubicBezTo>
                    <a:cubicBezTo>
                      <a:pt x="1242" y="883"/>
                      <a:pt x="1082" y="1012"/>
                      <a:pt x="916" y="1012"/>
                    </a:cubicBezTo>
                    <a:cubicBezTo>
                      <a:pt x="837" y="1012"/>
                      <a:pt x="755" y="982"/>
                      <a:pt x="689" y="916"/>
                    </a:cubicBezTo>
                    <a:cubicBezTo>
                      <a:pt x="485" y="712"/>
                      <a:pt x="629" y="364"/>
                      <a:pt x="917" y="364"/>
                    </a:cubicBezTo>
                    <a:close/>
                    <a:moveTo>
                      <a:pt x="915" y="1"/>
                    </a:moveTo>
                    <a:cubicBezTo>
                      <a:pt x="746" y="1"/>
                      <a:pt x="573" y="63"/>
                      <a:pt x="433" y="203"/>
                    </a:cubicBezTo>
                    <a:cubicBezTo>
                      <a:pt x="1" y="636"/>
                      <a:pt x="309" y="1376"/>
                      <a:pt x="917" y="1376"/>
                    </a:cubicBezTo>
                    <a:cubicBezTo>
                      <a:pt x="1298" y="1372"/>
                      <a:pt x="1606" y="1068"/>
                      <a:pt x="1606" y="688"/>
                    </a:cubicBezTo>
                    <a:cubicBezTo>
                      <a:pt x="1606" y="274"/>
                      <a:pt x="1267" y="1"/>
                      <a:pt x="9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7692897" y="-144282"/>
                <a:ext cx="497783" cy="292387"/>
              </a:xfrm>
              <a:custGeom>
                <a:rect b="b" l="l" r="r" t="t"/>
                <a:pathLst>
                  <a:path extrusionOk="0" h="4924" w="8383">
                    <a:moveTo>
                      <a:pt x="100" y="0"/>
                    </a:moveTo>
                    <a:lnTo>
                      <a:pt x="0" y="104"/>
                    </a:lnTo>
                    <a:lnTo>
                      <a:pt x="2498" y="2598"/>
                    </a:lnTo>
                    <a:lnTo>
                      <a:pt x="5957" y="2598"/>
                    </a:lnTo>
                    <a:lnTo>
                      <a:pt x="8282" y="4924"/>
                    </a:lnTo>
                    <a:lnTo>
                      <a:pt x="8382" y="4820"/>
                    </a:lnTo>
                    <a:lnTo>
                      <a:pt x="6017" y="2454"/>
                    </a:lnTo>
                    <a:lnTo>
                      <a:pt x="2558" y="2454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29"/>
            <p:cNvGrpSpPr/>
            <p:nvPr/>
          </p:nvGrpSpPr>
          <p:grpSpPr>
            <a:xfrm flipH="1">
              <a:off x="8235374" y="641977"/>
              <a:ext cx="1029648" cy="1806572"/>
              <a:chOff x="455034" y="-121633"/>
              <a:chExt cx="629947" cy="1105275"/>
            </a:xfrm>
          </p:grpSpPr>
          <p:sp>
            <p:nvSpPr>
              <p:cNvPr id="292" name="Google Shape;292;p29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9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29"/>
            <p:cNvGrpSpPr/>
            <p:nvPr/>
          </p:nvGrpSpPr>
          <p:grpSpPr>
            <a:xfrm flipH="1">
              <a:off x="6862715" y="4692498"/>
              <a:ext cx="471865" cy="38050"/>
              <a:chOff x="6298452" y="2390050"/>
              <a:chExt cx="140725" cy="11350"/>
            </a:xfrm>
          </p:grpSpPr>
          <p:sp>
            <p:nvSpPr>
              <p:cNvPr id="295" name="Google Shape;295;p29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9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98" name="Google Shape;298;p29"/>
          <p:cNvGrpSpPr/>
          <p:nvPr/>
        </p:nvGrpSpPr>
        <p:grpSpPr>
          <a:xfrm>
            <a:off x="-2438675" y="1770046"/>
            <a:ext cx="6322101" cy="5677064"/>
            <a:chOff x="-2438675" y="1770046"/>
            <a:chExt cx="6322101" cy="5677064"/>
          </a:xfrm>
        </p:grpSpPr>
        <p:sp>
          <p:nvSpPr>
            <p:cNvPr id="299" name="Google Shape;299;p29"/>
            <p:cNvSpPr/>
            <p:nvPr/>
          </p:nvSpPr>
          <p:spPr>
            <a:xfrm>
              <a:off x="-2438675" y="1770046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0" name="Google Shape;300;p29"/>
            <p:cNvGrpSpPr/>
            <p:nvPr/>
          </p:nvGrpSpPr>
          <p:grpSpPr>
            <a:xfrm flipH="1" rot="-5400000">
              <a:off x="358472" y="2658178"/>
              <a:ext cx="618213" cy="306426"/>
              <a:chOff x="5989375" y="1843575"/>
              <a:chExt cx="136525" cy="67675"/>
            </a:xfrm>
          </p:grpSpPr>
          <p:sp>
            <p:nvSpPr>
              <p:cNvPr id="301" name="Google Shape;301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29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9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" name="Google Shape;309;p29"/>
            <p:cNvGrpSpPr/>
            <p:nvPr/>
          </p:nvGrpSpPr>
          <p:grpSpPr>
            <a:xfrm flipH="1">
              <a:off x="-408087" y="3405850"/>
              <a:ext cx="1228885" cy="2188720"/>
              <a:chOff x="8389396" y="1055350"/>
              <a:chExt cx="1228885" cy="2188720"/>
            </a:xfrm>
          </p:grpSpPr>
          <p:sp>
            <p:nvSpPr>
              <p:cNvPr id="310" name="Google Shape;310;p29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9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2" name="Google Shape;312;p29"/>
          <p:cNvSpPr txBox="1"/>
          <p:nvPr>
            <p:ph idx="1" type="body"/>
          </p:nvPr>
        </p:nvSpPr>
        <p:spPr>
          <a:xfrm>
            <a:off x="1370700" y="1401575"/>
            <a:ext cx="6402600" cy="26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/>
        </p:txBody>
      </p:sp>
      <p:sp>
        <p:nvSpPr>
          <p:cNvPr id="313" name="Google Shape;313;p29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6"/>
          <p:cNvGrpSpPr/>
          <p:nvPr/>
        </p:nvGrpSpPr>
        <p:grpSpPr>
          <a:xfrm>
            <a:off x="-1088076" y="-1000252"/>
            <a:ext cx="3803739" cy="4516379"/>
            <a:chOff x="-1060422" y="-1000252"/>
            <a:chExt cx="3803739" cy="4516379"/>
          </a:xfrm>
        </p:grpSpPr>
        <p:sp>
          <p:nvSpPr>
            <p:cNvPr id="316" name="Google Shape;316;p26"/>
            <p:cNvSpPr/>
            <p:nvPr/>
          </p:nvSpPr>
          <p:spPr>
            <a:xfrm>
              <a:off x="-1060422" y="-8"/>
              <a:ext cx="2552998" cy="1507261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7" name="Google Shape;317;p26"/>
            <p:cNvGrpSpPr/>
            <p:nvPr/>
          </p:nvGrpSpPr>
          <p:grpSpPr>
            <a:xfrm>
              <a:off x="945461" y="736374"/>
              <a:ext cx="219510" cy="219124"/>
              <a:chOff x="1466575" y="2391250"/>
              <a:chExt cx="59575" cy="59475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1491600" y="2391250"/>
                <a:ext cx="9425" cy="59475"/>
              </a:xfrm>
              <a:custGeom>
                <a:rect b="b" l="l" r="r" t="t"/>
                <a:pathLst>
                  <a:path extrusionOk="0" h="2379" w="377">
                    <a:moveTo>
                      <a:pt x="0" y="1"/>
                    </a:moveTo>
                    <a:lnTo>
                      <a:pt x="0" y="2379"/>
                    </a:lnTo>
                    <a:lnTo>
                      <a:pt x="377" y="2379"/>
                    </a:lnTo>
                    <a:lnTo>
                      <a:pt x="3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1466575" y="2416275"/>
                <a:ext cx="59575" cy="9425"/>
              </a:xfrm>
              <a:custGeom>
                <a:rect b="b" l="l" r="r" t="t"/>
                <a:pathLst>
                  <a:path extrusionOk="0" h="377" w="2383">
                    <a:moveTo>
                      <a:pt x="1" y="1"/>
                    </a:moveTo>
                    <a:lnTo>
                      <a:pt x="1" y="377"/>
                    </a:lnTo>
                    <a:lnTo>
                      <a:pt x="2382" y="377"/>
                    </a:lnTo>
                    <a:lnTo>
                      <a:pt x="23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>
              <a:off x="-384164" y="-1000252"/>
              <a:ext cx="3127481" cy="4516379"/>
              <a:chOff x="278245" y="-184325"/>
              <a:chExt cx="2358228" cy="3405504"/>
            </a:xfrm>
          </p:grpSpPr>
          <p:grpSp>
            <p:nvGrpSpPr>
              <p:cNvPr id="321" name="Google Shape;321;p26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22" name="Google Shape;322;p26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26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4" name="Google Shape;324;p26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26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6" name="Google Shape;326;p26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7" name="Google Shape;327;p26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8" name="Google Shape;328;p26"/>
          <p:cNvGrpSpPr/>
          <p:nvPr/>
        </p:nvGrpSpPr>
        <p:grpSpPr>
          <a:xfrm>
            <a:off x="265777" y="4373873"/>
            <a:ext cx="4306226" cy="2966902"/>
            <a:chOff x="293430" y="4373873"/>
            <a:chExt cx="4306226" cy="2966902"/>
          </a:xfrm>
        </p:grpSpPr>
        <p:grpSp>
          <p:nvGrpSpPr>
            <p:cNvPr id="329" name="Google Shape;329;p26"/>
            <p:cNvGrpSpPr/>
            <p:nvPr/>
          </p:nvGrpSpPr>
          <p:grpSpPr>
            <a:xfrm>
              <a:off x="3565695" y="4429961"/>
              <a:ext cx="801674" cy="397824"/>
              <a:chOff x="1622300" y="2291700"/>
              <a:chExt cx="118800" cy="58950"/>
            </a:xfrm>
          </p:grpSpPr>
          <p:sp>
            <p:nvSpPr>
              <p:cNvPr id="330" name="Google Shape;330;p26"/>
              <p:cNvSpPr/>
              <p:nvPr/>
            </p:nvSpPr>
            <p:spPr>
              <a:xfrm>
                <a:off x="1672825" y="2291800"/>
                <a:ext cx="17950" cy="17825"/>
              </a:xfrm>
              <a:custGeom>
                <a:rect b="b" l="l" r="r" t="t"/>
                <a:pathLst>
                  <a:path extrusionOk="0" h="713" w="718">
                    <a:moveTo>
                      <a:pt x="101" y="0"/>
                    </a:moveTo>
                    <a:lnTo>
                      <a:pt x="1" y="96"/>
                    </a:lnTo>
                    <a:lnTo>
                      <a:pt x="621" y="713"/>
                    </a:lnTo>
                    <a:lnTo>
                      <a:pt x="717" y="617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6"/>
              <p:cNvSpPr/>
              <p:nvPr/>
            </p:nvSpPr>
            <p:spPr>
              <a:xfrm>
                <a:off x="1672825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7" y="100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97" y="0"/>
                    </a:moveTo>
                    <a:lnTo>
                      <a:pt x="1" y="100"/>
                    </a:lnTo>
                    <a:lnTo>
                      <a:pt x="617" y="717"/>
                    </a:lnTo>
                    <a:lnTo>
                      <a:pt x="718" y="621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6"/>
              <p:cNvSpPr/>
              <p:nvPr/>
            </p:nvSpPr>
            <p:spPr>
              <a:xfrm>
                <a:off x="1723150" y="2291700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17" y="0"/>
                    </a:moveTo>
                    <a:lnTo>
                      <a:pt x="1" y="621"/>
                    </a:lnTo>
                    <a:lnTo>
                      <a:pt x="101" y="717"/>
                    </a:lnTo>
                    <a:lnTo>
                      <a:pt x="718" y="100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96" y="0"/>
                    </a:moveTo>
                    <a:lnTo>
                      <a:pt x="0" y="96"/>
                    </a:lnTo>
                    <a:lnTo>
                      <a:pt x="617" y="717"/>
                    </a:lnTo>
                    <a:lnTo>
                      <a:pt x="713" y="61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26"/>
              <p:cNvSpPr/>
              <p:nvPr/>
            </p:nvSpPr>
            <p:spPr>
              <a:xfrm>
                <a:off x="1622300" y="2332725"/>
                <a:ext cx="17825" cy="17925"/>
              </a:xfrm>
              <a:custGeom>
                <a:rect b="b" l="l" r="r" t="t"/>
                <a:pathLst>
                  <a:path extrusionOk="0" h="717" w="713">
                    <a:moveTo>
                      <a:pt x="617" y="0"/>
                    </a:moveTo>
                    <a:lnTo>
                      <a:pt x="0" y="617"/>
                    </a:lnTo>
                    <a:lnTo>
                      <a:pt x="96" y="717"/>
                    </a:lnTo>
                    <a:lnTo>
                      <a:pt x="713" y="96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6"/>
              <p:cNvSpPr/>
              <p:nvPr/>
            </p:nvSpPr>
            <p:spPr>
              <a:xfrm>
                <a:off x="1672525" y="23326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101" y="0"/>
                    </a:moveTo>
                    <a:lnTo>
                      <a:pt x="1" y="100"/>
                    </a:lnTo>
                    <a:lnTo>
                      <a:pt x="621" y="717"/>
                    </a:lnTo>
                    <a:lnTo>
                      <a:pt x="717" y="621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6"/>
              <p:cNvSpPr/>
              <p:nvPr/>
            </p:nvSpPr>
            <p:spPr>
              <a:xfrm>
                <a:off x="1672525" y="2332725"/>
                <a:ext cx="17950" cy="17925"/>
              </a:xfrm>
              <a:custGeom>
                <a:rect b="b" l="l" r="r" t="t"/>
                <a:pathLst>
                  <a:path extrusionOk="0" h="717" w="718">
                    <a:moveTo>
                      <a:pt x="621" y="0"/>
                    </a:moveTo>
                    <a:lnTo>
                      <a:pt x="1" y="617"/>
                    </a:lnTo>
                    <a:lnTo>
                      <a:pt x="101" y="717"/>
                    </a:lnTo>
                    <a:lnTo>
                      <a:pt x="717" y="96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8" name="Google Shape;338;p26"/>
            <p:cNvGrpSpPr/>
            <p:nvPr/>
          </p:nvGrpSpPr>
          <p:grpSpPr>
            <a:xfrm flipH="1" rot="5400000">
              <a:off x="963092" y="3704211"/>
              <a:ext cx="2966902" cy="4306226"/>
              <a:chOff x="6769513" y="299393"/>
              <a:chExt cx="1308620" cy="1899526"/>
            </a:xfrm>
          </p:grpSpPr>
          <p:sp>
            <p:nvSpPr>
              <p:cNvPr id="339" name="Google Shape;339;p26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6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5" name="Google Shape;345;p26"/>
          <p:cNvSpPr txBox="1"/>
          <p:nvPr>
            <p:ph type="title"/>
          </p:nvPr>
        </p:nvSpPr>
        <p:spPr>
          <a:xfrm>
            <a:off x="945441" y="1323878"/>
            <a:ext cx="3442500" cy="14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6" name="Google Shape;346;p26"/>
          <p:cNvSpPr txBox="1"/>
          <p:nvPr>
            <p:ph idx="1" type="subTitle"/>
          </p:nvPr>
        </p:nvSpPr>
        <p:spPr>
          <a:xfrm>
            <a:off x="945450" y="2750728"/>
            <a:ext cx="34425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8"/>
          <p:cNvGrpSpPr/>
          <p:nvPr/>
        </p:nvGrpSpPr>
        <p:grpSpPr>
          <a:xfrm>
            <a:off x="5368428" y="-2371849"/>
            <a:ext cx="7166740" cy="6435526"/>
            <a:chOff x="5368428" y="-2371849"/>
            <a:chExt cx="7166740" cy="6435526"/>
          </a:xfrm>
        </p:grpSpPr>
        <p:sp>
          <p:nvSpPr>
            <p:cNvPr id="349" name="Google Shape;349;p28"/>
            <p:cNvSpPr/>
            <p:nvPr/>
          </p:nvSpPr>
          <p:spPr>
            <a:xfrm>
              <a:off x="5368428" y="-2371849"/>
              <a:ext cx="7166740" cy="6435526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" name="Google Shape;350;p28"/>
            <p:cNvGrpSpPr/>
            <p:nvPr/>
          </p:nvGrpSpPr>
          <p:grpSpPr>
            <a:xfrm flipH="1" rot="-5400000">
              <a:off x="8268109" y="1815891"/>
              <a:ext cx="618213" cy="306426"/>
              <a:chOff x="5989375" y="1843575"/>
              <a:chExt cx="136525" cy="67675"/>
            </a:xfrm>
          </p:grpSpPr>
          <p:sp>
            <p:nvSpPr>
              <p:cNvPr id="351" name="Google Shape;351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8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8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8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8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8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28"/>
            <p:cNvGrpSpPr/>
            <p:nvPr/>
          </p:nvGrpSpPr>
          <p:grpSpPr>
            <a:xfrm>
              <a:off x="8375532" y="539146"/>
              <a:ext cx="1228885" cy="2188720"/>
              <a:chOff x="8389396" y="1055350"/>
              <a:chExt cx="1228885" cy="2188720"/>
            </a:xfrm>
          </p:grpSpPr>
          <p:sp>
            <p:nvSpPr>
              <p:cNvPr id="360" name="Google Shape;360;p28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8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62" name="Google Shape;362;p28"/>
          <p:cNvGrpSpPr/>
          <p:nvPr/>
        </p:nvGrpSpPr>
        <p:grpSpPr>
          <a:xfrm>
            <a:off x="-2504900" y="387590"/>
            <a:ext cx="6322114" cy="7873283"/>
            <a:chOff x="-2504900" y="387590"/>
            <a:chExt cx="6322114" cy="7873283"/>
          </a:xfrm>
        </p:grpSpPr>
        <p:grpSp>
          <p:nvGrpSpPr>
            <p:cNvPr id="363" name="Google Shape;363;p28"/>
            <p:cNvGrpSpPr/>
            <p:nvPr/>
          </p:nvGrpSpPr>
          <p:grpSpPr>
            <a:xfrm>
              <a:off x="827762" y="4158773"/>
              <a:ext cx="471865" cy="38050"/>
              <a:chOff x="6298452" y="2390050"/>
              <a:chExt cx="140725" cy="11350"/>
            </a:xfrm>
          </p:grpSpPr>
          <p:sp>
            <p:nvSpPr>
              <p:cNvPr id="364" name="Google Shape;364;p28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8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8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28"/>
            <p:cNvGrpSpPr/>
            <p:nvPr/>
          </p:nvGrpSpPr>
          <p:grpSpPr>
            <a:xfrm>
              <a:off x="-2504900" y="387590"/>
              <a:ext cx="6322114" cy="7873283"/>
              <a:chOff x="-2504900" y="387590"/>
              <a:chExt cx="6322114" cy="7873283"/>
            </a:xfrm>
          </p:grpSpPr>
          <p:grpSp>
            <p:nvGrpSpPr>
              <p:cNvPr id="368" name="Google Shape;368;p28"/>
              <p:cNvGrpSpPr/>
              <p:nvPr/>
            </p:nvGrpSpPr>
            <p:grpSpPr>
              <a:xfrm>
                <a:off x="-1553565" y="387590"/>
                <a:ext cx="2381712" cy="3328976"/>
                <a:chOff x="7655072" y="-407632"/>
                <a:chExt cx="2008528" cy="2807367"/>
              </a:xfrm>
            </p:grpSpPr>
            <p:sp>
              <p:nvSpPr>
                <p:cNvPr id="369" name="Google Shape;369;p28"/>
                <p:cNvSpPr/>
                <p:nvPr/>
              </p:nvSpPr>
              <p:spPr>
                <a:xfrm>
                  <a:off x="7685059" y="-336851"/>
                  <a:ext cx="1930325" cy="2689498"/>
                </a:xfrm>
                <a:custGeom>
                  <a:rect b="b" l="l" r="r" t="t"/>
                  <a:pathLst>
                    <a:path extrusionOk="0" h="45293" w="32508">
                      <a:moveTo>
                        <a:pt x="0" y="1"/>
                      </a:moveTo>
                      <a:lnTo>
                        <a:pt x="0" y="8351"/>
                      </a:lnTo>
                      <a:lnTo>
                        <a:pt x="15447" y="8351"/>
                      </a:lnTo>
                      <a:lnTo>
                        <a:pt x="24998" y="17901"/>
                      </a:lnTo>
                      <a:lnTo>
                        <a:pt x="24998" y="38040"/>
                      </a:lnTo>
                      <a:lnTo>
                        <a:pt x="32251" y="45293"/>
                      </a:lnTo>
                      <a:lnTo>
                        <a:pt x="32507" y="45037"/>
                      </a:lnTo>
                      <a:lnTo>
                        <a:pt x="25358" y="37888"/>
                      </a:lnTo>
                      <a:lnTo>
                        <a:pt x="25358" y="17749"/>
                      </a:lnTo>
                      <a:lnTo>
                        <a:pt x="15651" y="8043"/>
                      </a:lnTo>
                      <a:lnTo>
                        <a:pt x="15595" y="7986"/>
                      </a:lnTo>
                      <a:lnTo>
                        <a:pt x="365" y="7986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0" name="Google Shape;370;p28"/>
                <p:cNvSpPr/>
                <p:nvPr/>
              </p:nvSpPr>
              <p:spPr>
                <a:xfrm>
                  <a:off x="8734422" y="271200"/>
                  <a:ext cx="332350" cy="332528"/>
                </a:xfrm>
                <a:custGeom>
                  <a:rect b="b" l="l" r="r" t="t"/>
                  <a:pathLst>
                    <a:path extrusionOk="0" h="5600" w="5597">
                      <a:moveTo>
                        <a:pt x="1" y="0"/>
                      </a:moveTo>
                      <a:lnTo>
                        <a:pt x="1" y="1597"/>
                      </a:lnTo>
                      <a:lnTo>
                        <a:pt x="2002" y="3599"/>
                      </a:lnTo>
                      <a:lnTo>
                        <a:pt x="4004" y="5600"/>
                      </a:lnTo>
                      <a:lnTo>
                        <a:pt x="5597" y="5600"/>
                      </a:lnTo>
                      <a:lnTo>
                        <a:pt x="2799" y="280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" name="Google Shape;371;p28"/>
                <p:cNvSpPr/>
                <p:nvPr/>
              </p:nvSpPr>
              <p:spPr>
                <a:xfrm>
                  <a:off x="7655072" y="-407632"/>
                  <a:ext cx="81588" cy="81529"/>
                </a:xfrm>
                <a:custGeom>
                  <a:rect b="b" l="l" r="r" t="t"/>
                  <a:pathLst>
                    <a:path extrusionOk="0" h="1373" w="1374">
                      <a:moveTo>
                        <a:pt x="689" y="364"/>
                      </a:moveTo>
                      <a:cubicBezTo>
                        <a:pt x="866" y="364"/>
                        <a:pt x="1010" y="508"/>
                        <a:pt x="1014" y="684"/>
                      </a:cubicBezTo>
                      <a:cubicBezTo>
                        <a:pt x="1014" y="865"/>
                        <a:pt x="866" y="1009"/>
                        <a:pt x="689" y="1009"/>
                      </a:cubicBezTo>
                      <a:cubicBezTo>
                        <a:pt x="509" y="1009"/>
                        <a:pt x="365" y="865"/>
                        <a:pt x="365" y="684"/>
                      </a:cubicBezTo>
                      <a:cubicBezTo>
                        <a:pt x="365" y="508"/>
                        <a:pt x="509" y="364"/>
                        <a:pt x="689" y="364"/>
                      </a:cubicBezTo>
                      <a:close/>
                      <a:moveTo>
                        <a:pt x="689" y="0"/>
                      </a:moveTo>
                      <a:cubicBezTo>
                        <a:pt x="309" y="0"/>
                        <a:pt x="1" y="308"/>
                        <a:pt x="1" y="684"/>
                      </a:cubicBezTo>
                      <a:cubicBezTo>
                        <a:pt x="1" y="1065"/>
                        <a:pt x="309" y="1373"/>
                        <a:pt x="689" y="1373"/>
                      </a:cubicBezTo>
                      <a:cubicBezTo>
                        <a:pt x="1066" y="1373"/>
                        <a:pt x="1374" y="1065"/>
                        <a:pt x="1374" y="684"/>
                      </a:cubicBezTo>
                      <a:cubicBezTo>
                        <a:pt x="1374" y="308"/>
                        <a:pt x="1066" y="0"/>
                        <a:pt x="68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28"/>
                <p:cNvSpPr/>
                <p:nvPr/>
              </p:nvSpPr>
              <p:spPr>
                <a:xfrm>
                  <a:off x="9568236" y="2317969"/>
                  <a:ext cx="95364" cy="81766"/>
                </a:xfrm>
                <a:custGeom>
                  <a:rect b="b" l="l" r="r" t="t"/>
                  <a:pathLst>
                    <a:path extrusionOk="0" h="1377" w="1606">
                      <a:moveTo>
                        <a:pt x="917" y="364"/>
                      </a:moveTo>
                      <a:cubicBezTo>
                        <a:pt x="1097" y="364"/>
                        <a:pt x="1242" y="512"/>
                        <a:pt x="1242" y="688"/>
                      </a:cubicBezTo>
                      <a:cubicBezTo>
                        <a:pt x="1242" y="883"/>
                        <a:pt x="1082" y="1012"/>
                        <a:pt x="916" y="1012"/>
                      </a:cubicBezTo>
                      <a:cubicBezTo>
                        <a:pt x="837" y="1012"/>
                        <a:pt x="755" y="982"/>
                        <a:pt x="689" y="916"/>
                      </a:cubicBezTo>
                      <a:cubicBezTo>
                        <a:pt x="485" y="712"/>
                        <a:pt x="629" y="364"/>
                        <a:pt x="917" y="364"/>
                      </a:cubicBezTo>
                      <a:close/>
                      <a:moveTo>
                        <a:pt x="915" y="1"/>
                      </a:moveTo>
                      <a:cubicBezTo>
                        <a:pt x="746" y="1"/>
                        <a:pt x="573" y="63"/>
                        <a:pt x="433" y="203"/>
                      </a:cubicBezTo>
                      <a:cubicBezTo>
                        <a:pt x="1" y="636"/>
                        <a:pt x="309" y="1376"/>
                        <a:pt x="917" y="1376"/>
                      </a:cubicBezTo>
                      <a:cubicBezTo>
                        <a:pt x="1298" y="1372"/>
                        <a:pt x="1606" y="1068"/>
                        <a:pt x="1606" y="688"/>
                      </a:cubicBezTo>
                      <a:cubicBezTo>
                        <a:pt x="1606" y="274"/>
                        <a:pt x="1267" y="1"/>
                        <a:pt x="91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" name="Google Shape;373;p28"/>
                <p:cNvSpPr/>
                <p:nvPr/>
              </p:nvSpPr>
              <p:spPr>
                <a:xfrm>
                  <a:off x="7692897" y="-144282"/>
                  <a:ext cx="497783" cy="292387"/>
                </a:xfrm>
                <a:custGeom>
                  <a:rect b="b" l="l" r="r" t="t"/>
                  <a:pathLst>
                    <a:path extrusionOk="0" h="4924" w="8383">
                      <a:moveTo>
                        <a:pt x="100" y="0"/>
                      </a:moveTo>
                      <a:lnTo>
                        <a:pt x="0" y="104"/>
                      </a:lnTo>
                      <a:lnTo>
                        <a:pt x="2498" y="2598"/>
                      </a:lnTo>
                      <a:lnTo>
                        <a:pt x="5957" y="2598"/>
                      </a:lnTo>
                      <a:lnTo>
                        <a:pt x="8282" y="4924"/>
                      </a:lnTo>
                      <a:lnTo>
                        <a:pt x="8382" y="4820"/>
                      </a:lnTo>
                      <a:lnTo>
                        <a:pt x="6017" y="2454"/>
                      </a:lnTo>
                      <a:lnTo>
                        <a:pt x="2558" y="24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" name="Google Shape;374;p28"/>
              <p:cNvGrpSpPr/>
              <p:nvPr/>
            </p:nvGrpSpPr>
            <p:grpSpPr>
              <a:xfrm>
                <a:off x="-2504900" y="1005827"/>
                <a:ext cx="6322114" cy="7255046"/>
                <a:chOff x="-2504900" y="1005827"/>
                <a:chExt cx="6322114" cy="7255046"/>
              </a:xfrm>
            </p:grpSpPr>
            <p:sp>
              <p:nvSpPr>
                <p:cNvPr id="375" name="Google Shape;375;p28"/>
                <p:cNvSpPr/>
                <p:nvPr/>
              </p:nvSpPr>
              <p:spPr>
                <a:xfrm>
                  <a:off x="-2504900" y="1005827"/>
                  <a:ext cx="6322114" cy="7255046"/>
                </a:xfrm>
                <a:custGeom>
                  <a:rect b="b" l="l" r="r" t="t"/>
                  <a:pathLst>
                    <a:path extrusionOk="0" h="82432" w="71832">
                      <a:moveTo>
                        <a:pt x="205" y="1"/>
                      </a:moveTo>
                      <a:lnTo>
                        <a:pt x="1" y="205"/>
                      </a:lnTo>
                      <a:lnTo>
                        <a:pt x="27924" y="28129"/>
                      </a:lnTo>
                      <a:lnTo>
                        <a:pt x="27924" y="38728"/>
                      </a:lnTo>
                      <a:lnTo>
                        <a:pt x="36526" y="47330"/>
                      </a:lnTo>
                      <a:lnTo>
                        <a:pt x="45629" y="56433"/>
                      </a:lnTo>
                      <a:lnTo>
                        <a:pt x="71627" y="82431"/>
                      </a:lnTo>
                      <a:lnTo>
                        <a:pt x="71831" y="82227"/>
                      </a:lnTo>
                      <a:lnTo>
                        <a:pt x="46493" y="56889"/>
                      </a:lnTo>
                      <a:lnTo>
                        <a:pt x="46493" y="47935"/>
                      </a:lnTo>
                      <a:lnTo>
                        <a:pt x="53711" y="40954"/>
                      </a:lnTo>
                      <a:lnTo>
                        <a:pt x="51481" y="38724"/>
                      </a:lnTo>
                      <a:lnTo>
                        <a:pt x="37095" y="38724"/>
                      </a:lnTo>
                      <a:lnTo>
                        <a:pt x="32496" y="34125"/>
                      </a:lnTo>
                      <a:lnTo>
                        <a:pt x="32496" y="32288"/>
                      </a:lnTo>
                      <a:lnTo>
                        <a:pt x="27924" y="27712"/>
                      </a:lnTo>
                      <a:lnTo>
                        <a:pt x="27924" y="27720"/>
                      </a:lnTo>
                      <a:lnTo>
                        <a:pt x="20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28"/>
                <p:cNvSpPr/>
                <p:nvPr/>
              </p:nvSpPr>
              <p:spPr>
                <a:xfrm>
                  <a:off x="-118934" y="3399771"/>
                  <a:ext cx="1196665" cy="2113124"/>
                </a:xfrm>
                <a:custGeom>
                  <a:rect b="b" l="l" r="r" t="t"/>
                  <a:pathLst>
                    <a:path extrusionOk="0" h="17609" w="9972">
                      <a:moveTo>
                        <a:pt x="1" y="0"/>
                      </a:moveTo>
                      <a:lnTo>
                        <a:pt x="1" y="4948"/>
                      </a:lnTo>
                      <a:lnTo>
                        <a:pt x="9720" y="14670"/>
                      </a:lnTo>
                      <a:lnTo>
                        <a:pt x="9720" y="17608"/>
                      </a:lnTo>
                      <a:lnTo>
                        <a:pt x="9972" y="17608"/>
                      </a:lnTo>
                      <a:lnTo>
                        <a:pt x="9972" y="14566"/>
                      </a:lnTo>
                      <a:lnTo>
                        <a:pt x="249" y="4843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7" name="Google Shape;377;p28"/>
          <p:cNvSpPr txBox="1"/>
          <p:nvPr>
            <p:ph idx="1" type="subTitle"/>
          </p:nvPr>
        </p:nvSpPr>
        <p:spPr>
          <a:xfrm>
            <a:off x="1254788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78" name="Google Shape;378;p28"/>
          <p:cNvSpPr txBox="1"/>
          <p:nvPr>
            <p:ph idx="2" type="subTitle"/>
          </p:nvPr>
        </p:nvSpPr>
        <p:spPr>
          <a:xfrm>
            <a:off x="1254788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79" name="Google Shape;379;p28"/>
          <p:cNvSpPr txBox="1"/>
          <p:nvPr>
            <p:ph idx="3" type="subTitle"/>
          </p:nvPr>
        </p:nvSpPr>
        <p:spPr>
          <a:xfrm>
            <a:off x="5112413" y="2601579"/>
            <a:ext cx="277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1" sz="2200">
                <a:solidFill>
                  <a:schemeClr val="dk2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380" name="Google Shape;380;p28"/>
          <p:cNvSpPr txBox="1"/>
          <p:nvPr>
            <p:ph idx="4" type="subTitle"/>
          </p:nvPr>
        </p:nvSpPr>
        <p:spPr>
          <a:xfrm>
            <a:off x="5112413" y="2972979"/>
            <a:ext cx="27768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81" name="Google Shape;381;p28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Fredok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redoka"/>
              <a:buNone/>
              <a:defRPr sz="3000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  <p:sp>
        <p:nvSpPr>
          <p:cNvPr id="382" name="Google Shape;382;p28"/>
          <p:cNvSpPr txBox="1"/>
          <p:nvPr>
            <p:ph idx="5" type="title"/>
          </p:nvPr>
        </p:nvSpPr>
        <p:spPr>
          <a:xfrm>
            <a:off x="2200238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28"/>
          <p:cNvSpPr txBox="1"/>
          <p:nvPr>
            <p:ph idx="6" type="title"/>
          </p:nvPr>
        </p:nvSpPr>
        <p:spPr>
          <a:xfrm>
            <a:off x="6057863" y="2019699"/>
            <a:ext cx="885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4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32"/>
          <p:cNvGrpSpPr/>
          <p:nvPr/>
        </p:nvGrpSpPr>
        <p:grpSpPr>
          <a:xfrm>
            <a:off x="-1296571" y="-620648"/>
            <a:ext cx="3482238" cy="4516379"/>
            <a:chOff x="-1296571" y="-620648"/>
            <a:chExt cx="3482238" cy="4516379"/>
          </a:xfrm>
        </p:grpSpPr>
        <p:sp>
          <p:nvSpPr>
            <p:cNvPr id="387" name="Google Shape;387;p32"/>
            <p:cNvSpPr/>
            <p:nvPr/>
          </p:nvSpPr>
          <p:spPr>
            <a:xfrm>
              <a:off x="-1296571" y="0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8" name="Google Shape;388;p32"/>
            <p:cNvGrpSpPr/>
            <p:nvPr/>
          </p:nvGrpSpPr>
          <p:grpSpPr>
            <a:xfrm>
              <a:off x="-941814" y="-620648"/>
              <a:ext cx="3127481" cy="4516379"/>
              <a:chOff x="278245" y="-184325"/>
              <a:chExt cx="2358228" cy="3405504"/>
            </a:xfrm>
          </p:grpSpPr>
          <p:grpSp>
            <p:nvGrpSpPr>
              <p:cNvPr id="389" name="Google Shape;389;p32"/>
              <p:cNvGrpSpPr/>
              <p:nvPr/>
            </p:nvGrpSpPr>
            <p:grpSpPr>
              <a:xfrm>
                <a:off x="278245" y="-184325"/>
                <a:ext cx="2358228" cy="3336759"/>
                <a:chOff x="1181475" y="2041825"/>
                <a:chExt cx="620325" cy="877725"/>
              </a:xfrm>
            </p:grpSpPr>
            <p:sp>
              <p:nvSpPr>
                <p:cNvPr id="390" name="Google Shape;390;p32"/>
                <p:cNvSpPr/>
                <p:nvPr/>
              </p:nvSpPr>
              <p:spPr>
                <a:xfrm>
                  <a:off x="1185375" y="2377350"/>
                  <a:ext cx="119525" cy="119500"/>
                </a:xfrm>
                <a:custGeom>
                  <a:rect b="b" l="l" r="r" t="t"/>
                  <a:pathLst>
                    <a:path extrusionOk="0" h="4780" w="4781">
                      <a:moveTo>
                        <a:pt x="4780" y="0"/>
                      </a:moveTo>
                      <a:lnTo>
                        <a:pt x="2390" y="2390"/>
                      </a:lnTo>
                      <a:lnTo>
                        <a:pt x="1" y="4780"/>
                      </a:lnTo>
                      <a:lnTo>
                        <a:pt x="1362" y="4780"/>
                      </a:lnTo>
                      <a:lnTo>
                        <a:pt x="3071" y="3071"/>
                      </a:lnTo>
                      <a:lnTo>
                        <a:pt x="4780" y="1361"/>
                      </a:lnTo>
                      <a:lnTo>
                        <a:pt x="478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32"/>
                <p:cNvSpPr/>
                <p:nvPr/>
              </p:nvSpPr>
              <p:spPr>
                <a:xfrm>
                  <a:off x="1767500" y="2041825"/>
                  <a:ext cx="34300" cy="29425"/>
                </a:xfrm>
                <a:custGeom>
                  <a:rect b="b" l="l" r="r" t="t"/>
                  <a:pathLst>
                    <a:path extrusionOk="0" h="1177" w="1372">
                      <a:moveTo>
                        <a:pt x="782" y="310"/>
                      </a:moveTo>
                      <a:cubicBezTo>
                        <a:pt x="924" y="310"/>
                        <a:pt x="1061" y="421"/>
                        <a:pt x="1061" y="588"/>
                      </a:cubicBezTo>
                      <a:cubicBezTo>
                        <a:pt x="1061" y="741"/>
                        <a:pt x="937" y="865"/>
                        <a:pt x="785" y="865"/>
                      </a:cubicBezTo>
                      <a:cubicBezTo>
                        <a:pt x="537" y="865"/>
                        <a:pt x="413" y="568"/>
                        <a:pt x="589" y="392"/>
                      </a:cubicBezTo>
                      <a:cubicBezTo>
                        <a:pt x="644" y="335"/>
                        <a:pt x="714" y="310"/>
                        <a:pt x="782" y="310"/>
                      </a:cubicBezTo>
                      <a:close/>
                      <a:moveTo>
                        <a:pt x="785" y="0"/>
                      </a:moveTo>
                      <a:cubicBezTo>
                        <a:pt x="260" y="0"/>
                        <a:pt x="0" y="632"/>
                        <a:pt x="369" y="1005"/>
                      </a:cubicBezTo>
                      <a:cubicBezTo>
                        <a:pt x="488" y="1123"/>
                        <a:pt x="635" y="1176"/>
                        <a:pt x="779" y="1176"/>
                      </a:cubicBezTo>
                      <a:cubicBezTo>
                        <a:pt x="1082" y="1176"/>
                        <a:pt x="1372" y="940"/>
                        <a:pt x="1369" y="584"/>
                      </a:cubicBezTo>
                      <a:cubicBezTo>
                        <a:pt x="1369" y="264"/>
                        <a:pt x="1105" y="4"/>
                        <a:pt x="7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32"/>
                <p:cNvSpPr/>
                <p:nvPr/>
              </p:nvSpPr>
              <p:spPr>
                <a:xfrm>
                  <a:off x="1181475" y="2060725"/>
                  <a:ext cx="600250" cy="858825"/>
                </a:xfrm>
                <a:custGeom>
                  <a:rect b="b" l="l" r="r" t="t"/>
                  <a:pathLst>
                    <a:path extrusionOk="0" h="34353" w="24010">
                      <a:moveTo>
                        <a:pt x="23789" y="1"/>
                      </a:moveTo>
                      <a:lnTo>
                        <a:pt x="15584" y="8210"/>
                      </a:lnTo>
                      <a:lnTo>
                        <a:pt x="9043" y="8210"/>
                      </a:lnTo>
                      <a:lnTo>
                        <a:pt x="8995" y="8254"/>
                      </a:lnTo>
                      <a:lnTo>
                        <a:pt x="1" y="17249"/>
                      </a:lnTo>
                      <a:lnTo>
                        <a:pt x="1" y="20091"/>
                      </a:lnTo>
                      <a:lnTo>
                        <a:pt x="5493" y="25583"/>
                      </a:lnTo>
                      <a:lnTo>
                        <a:pt x="5493" y="30098"/>
                      </a:lnTo>
                      <a:lnTo>
                        <a:pt x="1458" y="34137"/>
                      </a:lnTo>
                      <a:lnTo>
                        <a:pt x="1678" y="34353"/>
                      </a:lnTo>
                      <a:lnTo>
                        <a:pt x="5805" y="30226"/>
                      </a:lnTo>
                      <a:lnTo>
                        <a:pt x="5805" y="25454"/>
                      </a:lnTo>
                      <a:lnTo>
                        <a:pt x="313" y="19963"/>
                      </a:lnTo>
                      <a:lnTo>
                        <a:pt x="313" y="17377"/>
                      </a:lnTo>
                      <a:lnTo>
                        <a:pt x="9171" y="8519"/>
                      </a:lnTo>
                      <a:lnTo>
                        <a:pt x="15712" y="8519"/>
                      </a:lnTo>
                      <a:lnTo>
                        <a:pt x="15756" y="8475"/>
                      </a:lnTo>
                      <a:lnTo>
                        <a:pt x="24010" y="221"/>
                      </a:lnTo>
                      <a:lnTo>
                        <a:pt x="2378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32"/>
                <p:cNvSpPr/>
                <p:nvPr/>
              </p:nvSpPr>
              <p:spPr>
                <a:xfrm>
                  <a:off x="1260925" y="2268575"/>
                  <a:ext cx="243200" cy="370575"/>
                </a:xfrm>
                <a:custGeom>
                  <a:rect b="b" l="l" r="r" t="t"/>
                  <a:pathLst>
                    <a:path extrusionOk="0" h="14823" w="9728">
                      <a:moveTo>
                        <a:pt x="9640" y="0"/>
                      </a:moveTo>
                      <a:lnTo>
                        <a:pt x="4148" y="5492"/>
                      </a:lnTo>
                      <a:lnTo>
                        <a:pt x="4148" y="10588"/>
                      </a:lnTo>
                      <a:lnTo>
                        <a:pt x="1" y="14735"/>
                      </a:lnTo>
                      <a:lnTo>
                        <a:pt x="89" y="14823"/>
                      </a:lnTo>
                      <a:lnTo>
                        <a:pt x="4272" y="10640"/>
                      </a:lnTo>
                      <a:lnTo>
                        <a:pt x="4272" y="5544"/>
                      </a:lnTo>
                      <a:lnTo>
                        <a:pt x="9728" y="88"/>
                      </a:lnTo>
                      <a:lnTo>
                        <a:pt x="964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32"/>
                <p:cNvSpPr/>
                <p:nvPr/>
              </p:nvSpPr>
              <p:spPr>
                <a:xfrm>
                  <a:off x="1194400" y="2571875"/>
                  <a:ext cx="129400" cy="204375"/>
                </a:xfrm>
                <a:custGeom>
                  <a:rect b="b" l="l" r="r" t="t"/>
                  <a:pathLst>
                    <a:path extrusionOk="0" h="8175" w="5176">
                      <a:moveTo>
                        <a:pt x="0" y="1"/>
                      </a:moveTo>
                      <a:lnTo>
                        <a:pt x="0" y="3087"/>
                      </a:lnTo>
                      <a:lnTo>
                        <a:pt x="5088" y="8175"/>
                      </a:lnTo>
                      <a:lnTo>
                        <a:pt x="5176" y="8087"/>
                      </a:lnTo>
                      <a:lnTo>
                        <a:pt x="124" y="3035"/>
                      </a:lnTo>
                      <a:lnTo>
                        <a:pt x="124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" name="Google Shape;395;p32"/>
              <p:cNvSpPr/>
              <p:nvPr/>
            </p:nvSpPr>
            <p:spPr>
              <a:xfrm>
                <a:off x="336260" y="3109317"/>
                <a:ext cx="130395" cy="111862"/>
              </a:xfrm>
              <a:custGeom>
                <a:rect b="b" l="l" r="r" t="t"/>
                <a:pathLst>
                  <a:path extrusionOk="0" h="1177" w="1372">
                    <a:moveTo>
                      <a:pt x="782" y="310"/>
                    </a:moveTo>
                    <a:cubicBezTo>
                      <a:pt x="924" y="310"/>
                      <a:pt x="1061" y="421"/>
                      <a:pt x="1061" y="588"/>
                    </a:cubicBezTo>
                    <a:cubicBezTo>
                      <a:pt x="1061" y="741"/>
                      <a:pt x="937" y="865"/>
                      <a:pt x="785" y="865"/>
                    </a:cubicBezTo>
                    <a:cubicBezTo>
                      <a:pt x="537" y="865"/>
                      <a:pt x="413" y="568"/>
                      <a:pt x="589" y="392"/>
                    </a:cubicBezTo>
                    <a:cubicBezTo>
                      <a:pt x="644" y="335"/>
                      <a:pt x="714" y="310"/>
                      <a:pt x="782" y="310"/>
                    </a:cubicBezTo>
                    <a:close/>
                    <a:moveTo>
                      <a:pt x="785" y="0"/>
                    </a:moveTo>
                    <a:cubicBezTo>
                      <a:pt x="260" y="0"/>
                      <a:pt x="0" y="632"/>
                      <a:pt x="369" y="1005"/>
                    </a:cubicBezTo>
                    <a:cubicBezTo>
                      <a:pt x="488" y="1123"/>
                      <a:pt x="635" y="1176"/>
                      <a:pt x="779" y="1176"/>
                    </a:cubicBezTo>
                    <a:cubicBezTo>
                      <a:pt x="1082" y="1176"/>
                      <a:pt x="1372" y="940"/>
                      <a:pt x="1369" y="584"/>
                    </a:cubicBezTo>
                    <a:cubicBezTo>
                      <a:pt x="1369" y="264"/>
                      <a:pt x="1105" y="4"/>
                      <a:pt x="7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6" name="Google Shape;396;p32"/>
          <p:cNvGrpSpPr/>
          <p:nvPr/>
        </p:nvGrpSpPr>
        <p:grpSpPr>
          <a:xfrm>
            <a:off x="5245253" y="-441860"/>
            <a:ext cx="6654696" cy="9380357"/>
            <a:chOff x="5245253" y="-441860"/>
            <a:chExt cx="6654696" cy="9380357"/>
          </a:xfrm>
        </p:grpSpPr>
        <p:sp>
          <p:nvSpPr>
            <p:cNvPr id="397" name="Google Shape;397;p32"/>
            <p:cNvSpPr/>
            <p:nvPr/>
          </p:nvSpPr>
          <p:spPr>
            <a:xfrm flipH="1" rot="10800000">
              <a:off x="5245253" y="1301790"/>
              <a:ext cx="6654696" cy="7636707"/>
            </a:xfrm>
            <a:custGeom>
              <a:rect b="b" l="l" r="r" t="t"/>
              <a:pathLst>
                <a:path extrusionOk="0" h="82432" w="71832">
                  <a:moveTo>
                    <a:pt x="205" y="1"/>
                  </a:moveTo>
                  <a:lnTo>
                    <a:pt x="1" y="205"/>
                  </a:lnTo>
                  <a:lnTo>
                    <a:pt x="27924" y="28129"/>
                  </a:lnTo>
                  <a:lnTo>
                    <a:pt x="27924" y="38728"/>
                  </a:lnTo>
                  <a:lnTo>
                    <a:pt x="36526" y="47330"/>
                  </a:lnTo>
                  <a:lnTo>
                    <a:pt x="45629" y="56433"/>
                  </a:lnTo>
                  <a:lnTo>
                    <a:pt x="71627" y="82431"/>
                  </a:lnTo>
                  <a:lnTo>
                    <a:pt x="71831" y="82227"/>
                  </a:lnTo>
                  <a:lnTo>
                    <a:pt x="46493" y="56889"/>
                  </a:lnTo>
                  <a:lnTo>
                    <a:pt x="46493" y="47935"/>
                  </a:lnTo>
                  <a:lnTo>
                    <a:pt x="53711" y="40954"/>
                  </a:lnTo>
                  <a:lnTo>
                    <a:pt x="51481" y="38724"/>
                  </a:lnTo>
                  <a:lnTo>
                    <a:pt x="37095" y="38724"/>
                  </a:lnTo>
                  <a:lnTo>
                    <a:pt x="32496" y="34125"/>
                  </a:lnTo>
                  <a:lnTo>
                    <a:pt x="32496" y="32288"/>
                  </a:lnTo>
                  <a:lnTo>
                    <a:pt x="27924" y="27712"/>
                  </a:lnTo>
                  <a:lnTo>
                    <a:pt x="27924" y="27720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8" name="Google Shape;398;p32"/>
            <p:cNvGrpSpPr/>
            <p:nvPr/>
          </p:nvGrpSpPr>
          <p:grpSpPr>
            <a:xfrm flipH="1">
              <a:off x="8418770" y="-441860"/>
              <a:ext cx="2708843" cy="3931640"/>
              <a:chOff x="6769513" y="299393"/>
              <a:chExt cx="1308620" cy="1899526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7817889" y="1007055"/>
                <a:ext cx="252070" cy="252070"/>
              </a:xfrm>
              <a:custGeom>
                <a:rect b="b" l="l" r="r" t="t"/>
                <a:pathLst>
                  <a:path extrusionOk="0" h="4564" w="4564">
                    <a:moveTo>
                      <a:pt x="0" y="1"/>
                    </a:moveTo>
                    <a:lnTo>
                      <a:pt x="0" y="1302"/>
                    </a:lnTo>
                    <a:lnTo>
                      <a:pt x="1629" y="2931"/>
                    </a:lnTo>
                    <a:lnTo>
                      <a:pt x="3263" y="4564"/>
                    </a:lnTo>
                    <a:lnTo>
                      <a:pt x="4563" y="4564"/>
                    </a:lnTo>
                    <a:lnTo>
                      <a:pt x="2282" y="22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7983027" y="2137006"/>
                <a:ext cx="72351" cy="61913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6769513" y="299393"/>
                <a:ext cx="61968" cy="61747"/>
              </a:xfrm>
              <a:custGeom>
                <a:rect b="b" l="l" r="r" t="t"/>
                <a:pathLst>
                  <a:path extrusionOk="0" h="1118" w="1122">
                    <a:moveTo>
                      <a:pt x="561" y="293"/>
                    </a:moveTo>
                    <a:cubicBezTo>
                      <a:pt x="705" y="293"/>
                      <a:pt x="825" y="413"/>
                      <a:pt x="825" y="557"/>
                    </a:cubicBezTo>
                    <a:cubicBezTo>
                      <a:pt x="825" y="705"/>
                      <a:pt x="705" y="821"/>
                      <a:pt x="561" y="821"/>
                    </a:cubicBezTo>
                    <a:cubicBezTo>
                      <a:pt x="417" y="821"/>
                      <a:pt x="297" y="705"/>
                      <a:pt x="297" y="557"/>
                    </a:cubicBezTo>
                    <a:cubicBezTo>
                      <a:pt x="297" y="413"/>
                      <a:pt x="417" y="293"/>
                      <a:pt x="561" y="293"/>
                    </a:cubicBezTo>
                    <a:close/>
                    <a:moveTo>
                      <a:pt x="554" y="1"/>
                    </a:moveTo>
                    <a:cubicBezTo>
                      <a:pt x="249" y="1"/>
                      <a:pt x="1" y="251"/>
                      <a:pt x="1" y="557"/>
                    </a:cubicBezTo>
                    <a:cubicBezTo>
                      <a:pt x="1" y="865"/>
                      <a:pt x="253" y="1117"/>
                      <a:pt x="561" y="1117"/>
                    </a:cubicBezTo>
                    <a:cubicBezTo>
                      <a:pt x="869" y="1117"/>
                      <a:pt x="1122" y="865"/>
                      <a:pt x="1122" y="557"/>
                    </a:cubicBezTo>
                    <a:cubicBezTo>
                      <a:pt x="1122" y="249"/>
                      <a:pt x="869" y="1"/>
                      <a:pt x="561" y="1"/>
                    </a:cubicBezTo>
                    <a:cubicBezTo>
                      <a:pt x="559" y="1"/>
                      <a:pt x="556" y="1"/>
                      <a:pt x="55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6811985" y="339214"/>
                <a:ext cx="1266148" cy="1811765"/>
              </a:xfrm>
              <a:custGeom>
                <a:rect b="b" l="l" r="r" t="t"/>
                <a:pathLst>
                  <a:path extrusionOk="0" h="32804" w="22925">
                    <a:moveTo>
                      <a:pt x="208" y="0"/>
                    </a:moveTo>
                    <a:lnTo>
                      <a:pt x="0" y="208"/>
                    </a:lnTo>
                    <a:lnTo>
                      <a:pt x="7878" y="8090"/>
                    </a:lnTo>
                    <a:lnTo>
                      <a:pt x="7922" y="8134"/>
                    </a:lnTo>
                    <a:lnTo>
                      <a:pt x="14170" y="8134"/>
                    </a:lnTo>
                    <a:lnTo>
                      <a:pt x="22628" y="16592"/>
                    </a:lnTo>
                    <a:lnTo>
                      <a:pt x="22628" y="19058"/>
                    </a:lnTo>
                    <a:lnTo>
                      <a:pt x="17385" y="24301"/>
                    </a:lnTo>
                    <a:lnTo>
                      <a:pt x="17385" y="28860"/>
                    </a:lnTo>
                    <a:lnTo>
                      <a:pt x="21323" y="32803"/>
                    </a:lnTo>
                    <a:lnTo>
                      <a:pt x="21532" y="32595"/>
                    </a:lnTo>
                    <a:lnTo>
                      <a:pt x="17681" y="28740"/>
                    </a:lnTo>
                    <a:lnTo>
                      <a:pt x="17681" y="24425"/>
                    </a:lnTo>
                    <a:lnTo>
                      <a:pt x="22925" y="19182"/>
                    </a:lnTo>
                    <a:lnTo>
                      <a:pt x="22925" y="16468"/>
                    </a:lnTo>
                    <a:lnTo>
                      <a:pt x="14334" y="7878"/>
                    </a:lnTo>
                    <a:lnTo>
                      <a:pt x="14290" y="7838"/>
                    </a:lnTo>
                    <a:lnTo>
                      <a:pt x="8046" y="783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7397589" y="777575"/>
                <a:ext cx="512976" cy="781781"/>
              </a:xfrm>
              <a:custGeom>
                <a:rect b="b" l="l" r="r" t="t"/>
                <a:pathLst>
                  <a:path extrusionOk="0" h="14155" w="9288">
                    <a:moveTo>
                      <a:pt x="81" y="1"/>
                    </a:moveTo>
                    <a:lnTo>
                      <a:pt x="1" y="85"/>
                    </a:lnTo>
                    <a:lnTo>
                      <a:pt x="5209" y="5292"/>
                    </a:lnTo>
                    <a:lnTo>
                      <a:pt x="5209" y="10160"/>
                    </a:lnTo>
                    <a:lnTo>
                      <a:pt x="9203" y="14155"/>
                    </a:lnTo>
                    <a:lnTo>
                      <a:pt x="9287" y="14071"/>
                    </a:lnTo>
                    <a:lnTo>
                      <a:pt x="5325" y="10108"/>
                    </a:lnTo>
                    <a:lnTo>
                      <a:pt x="5325" y="5244"/>
                    </a:lnTo>
                    <a:lnTo>
                      <a:pt x="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7777847" y="1417359"/>
                <a:ext cx="273112" cy="431181"/>
              </a:xfrm>
              <a:custGeom>
                <a:rect b="b" l="l" r="r" t="t"/>
                <a:pathLst>
                  <a:path extrusionOk="0" h="7807" w="4945">
                    <a:moveTo>
                      <a:pt x="4824" y="1"/>
                    </a:moveTo>
                    <a:lnTo>
                      <a:pt x="4824" y="2899"/>
                    </a:lnTo>
                    <a:lnTo>
                      <a:pt x="1" y="7722"/>
                    </a:lnTo>
                    <a:lnTo>
                      <a:pt x="85" y="7806"/>
                    </a:lnTo>
                    <a:lnTo>
                      <a:pt x="4944" y="2951"/>
                    </a:lnTo>
                    <a:lnTo>
                      <a:pt x="49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5" name="Google Shape;405;p32"/>
            <p:cNvSpPr/>
            <p:nvPr/>
          </p:nvSpPr>
          <p:spPr>
            <a:xfrm flipH="1" rot="10800000">
              <a:off x="8322117" y="3604890"/>
              <a:ext cx="1464987" cy="2586938"/>
            </a:xfrm>
            <a:custGeom>
              <a:rect b="b" l="l" r="r" t="t"/>
              <a:pathLst>
                <a:path extrusionOk="0" h="17609" w="9972">
                  <a:moveTo>
                    <a:pt x="1" y="0"/>
                  </a:moveTo>
                  <a:lnTo>
                    <a:pt x="1" y="4948"/>
                  </a:lnTo>
                  <a:lnTo>
                    <a:pt x="9720" y="14670"/>
                  </a:lnTo>
                  <a:lnTo>
                    <a:pt x="9720" y="17608"/>
                  </a:lnTo>
                  <a:lnTo>
                    <a:pt x="9972" y="17608"/>
                  </a:lnTo>
                  <a:lnTo>
                    <a:pt x="9972" y="14566"/>
                  </a:lnTo>
                  <a:lnTo>
                    <a:pt x="249" y="4843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 flipH="1" rot="10800000">
              <a:off x="8796218" y="3575323"/>
              <a:ext cx="727762" cy="727762"/>
            </a:xfrm>
            <a:custGeom>
              <a:rect b="b" l="l" r="r" t="t"/>
              <a:pathLst>
                <a:path extrusionOk="0" fill="none" h="9936" w="9936">
                  <a:moveTo>
                    <a:pt x="8170" y="1770"/>
                  </a:moveTo>
                  <a:cubicBezTo>
                    <a:pt x="9936" y="3535"/>
                    <a:pt x="9936" y="6401"/>
                    <a:pt x="8170" y="8170"/>
                  </a:cubicBezTo>
                  <a:cubicBezTo>
                    <a:pt x="6401" y="9935"/>
                    <a:pt x="3535" y="9935"/>
                    <a:pt x="1770" y="8170"/>
                  </a:cubicBezTo>
                  <a:cubicBezTo>
                    <a:pt x="1" y="6401"/>
                    <a:pt x="1" y="3535"/>
                    <a:pt x="1770" y="1770"/>
                  </a:cubicBezTo>
                  <a:cubicBezTo>
                    <a:pt x="3535" y="0"/>
                    <a:pt x="6401" y="0"/>
                    <a:pt x="8170" y="1770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accent3"/>
              </a:solidFill>
              <a:prstDash val="solid"/>
              <a:miter lim="40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5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33"/>
          <p:cNvGrpSpPr/>
          <p:nvPr/>
        </p:nvGrpSpPr>
        <p:grpSpPr>
          <a:xfrm flipH="1" rot="10800000">
            <a:off x="8002875" y="-893617"/>
            <a:ext cx="1599392" cy="2188720"/>
            <a:chOff x="8051125" y="4018221"/>
            <a:chExt cx="1599392" cy="2188720"/>
          </a:xfrm>
        </p:grpSpPr>
        <p:sp>
          <p:nvSpPr>
            <p:cNvPr id="409" name="Google Shape;409;p33"/>
            <p:cNvSpPr/>
            <p:nvPr/>
          </p:nvSpPr>
          <p:spPr>
            <a:xfrm>
              <a:off x="8051125" y="4157250"/>
              <a:ext cx="1311339" cy="1311189"/>
            </a:xfrm>
            <a:custGeom>
              <a:rect b="b" l="l" r="r" t="t"/>
              <a:pathLst>
                <a:path extrusionOk="0" h="8762" w="8763">
                  <a:moveTo>
                    <a:pt x="8762" y="1"/>
                  </a:moveTo>
                  <a:lnTo>
                    <a:pt x="4382" y="4381"/>
                  </a:lnTo>
                  <a:lnTo>
                    <a:pt x="1" y="8762"/>
                  </a:lnTo>
                  <a:lnTo>
                    <a:pt x="2496" y="8762"/>
                  </a:lnTo>
                  <a:lnTo>
                    <a:pt x="5602" y="5657"/>
                  </a:lnTo>
                  <a:lnTo>
                    <a:pt x="8762" y="2496"/>
                  </a:lnTo>
                  <a:lnTo>
                    <a:pt x="87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33"/>
            <p:cNvGrpSpPr/>
            <p:nvPr/>
          </p:nvGrpSpPr>
          <p:grpSpPr>
            <a:xfrm>
              <a:off x="8421632" y="4018221"/>
              <a:ext cx="1228885" cy="2188720"/>
              <a:chOff x="8389396" y="1055350"/>
              <a:chExt cx="1228885" cy="2188720"/>
            </a:xfrm>
          </p:grpSpPr>
          <p:sp>
            <p:nvSpPr>
              <p:cNvPr id="411" name="Google Shape;411;p33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3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3" name="Google Shape;413;p33"/>
          <p:cNvGrpSpPr/>
          <p:nvPr/>
        </p:nvGrpSpPr>
        <p:grpSpPr>
          <a:xfrm>
            <a:off x="-2361718" y="1128115"/>
            <a:ext cx="6322114" cy="7255046"/>
            <a:chOff x="-2361718" y="747115"/>
            <a:chExt cx="6322114" cy="7255046"/>
          </a:xfrm>
        </p:grpSpPr>
        <p:grpSp>
          <p:nvGrpSpPr>
            <p:cNvPr id="414" name="Google Shape;414;p33"/>
            <p:cNvGrpSpPr/>
            <p:nvPr/>
          </p:nvGrpSpPr>
          <p:grpSpPr>
            <a:xfrm rot="10800000">
              <a:off x="-2361718" y="747115"/>
              <a:ext cx="6322114" cy="7255046"/>
              <a:chOff x="-2504900" y="1005827"/>
              <a:chExt cx="6322114" cy="7255046"/>
            </a:xfrm>
          </p:grpSpPr>
          <p:sp>
            <p:nvSpPr>
              <p:cNvPr id="415" name="Google Shape;415;p33"/>
              <p:cNvSpPr/>
              <p:nvPr/>
            </p:nvSpPr>
            <p:spPr>
              <a:xfrm>
                <a:off x="-2504900" y="1005827"/>
                <a:ext cx="6322114" cy="7255046"/>
              </a:xfrm>
              <a:custGeom>
                <a:rect b="b" l="l" r="r" t="t"/>
                <a:pathLst>
                  <a:path extrusionOk="0" h="82432" w="71832">
                    <a:moveTo>
                      <a:pt x="205" y="1"/>
                    </a:moveTo>
                    <a:lnTo>
                      <a:pt x="1" y="205"/>
                    </a:lnTo>
                    <a:lnTo>
                      <a:pt x="27924" y="28129"/>
                    </a:lnTo>
                    <a:lnTo>
                      <a:pt x="27924" y="38728"/>
                    </a:lnTo>
                    <a:lnTo>
                      <a:pt x="36526" y="47330"/>
                    </a:lnTo>
                    <a:lnTo>
                      <a:pt x="45629" y="56433"/>
                    </a:lnTo>
                    <a:lnTo>
                      <a:pt x="71627" y="82431"/>
                    </a:lnTo>
                    <a:lnTo>
                      <a:pt x="71831" y="82227"/>
                    </a:lnTo>
                    <a:lnTo>
                      <a:pt x="46493" y="56889"/>
                    </a:lnTo>
                    <a:lnTo>
                      <a:pt x="46493" y="47935"/>
                    </a:lnTo>
                    <a:lnTo>
                      <a:pt x="53711" y="40954"/>
                    </a:lnTo>
                    <a:lnTo>
                      <a:pt x="51481" y="38724"/>
                    </a:lnTo>
                    <a:lnTo>
                      <a:pt x="37095" y="38724"/>
                    </a:lnTo>
                    <a:lnTo>
                      <a:pt x="32496" y="34125"/>
                    </a:lnTo>
                    <a:lnTo>
                      <a:pt x="32496" y="32288"/>
                    </a:lnTo>
                    <a:lnTo>
                      <a:pt x="27924" y="27712"/>
                    </a:lnTo>
                    <a:lnTo>
                      <a:pt x="27924" y="27720"/>
                    </a:lnTo>
                    <a:lnTo>
                      <a:pt x="20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3"/>
              <p:cNvSpPr/>
              <p:nvPr/>
            </p:nvSpPr>
            <p:spPr>
              <a:xfrm>
                <a:off x="498666" y="3857823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7" name="Google Shape;417;p33"/>
            <p:cNvGrpSpPr/>
            <p:nvPr/>
          </p:nvGrpSpPr>
          <p:grpSpPr>
            <a:xfrm flipH="1" rot="-5400000">
              <a:off x="413271" y="3223016"/>
              <a:ext cx="618213" cy="306426"/>
              <a:chOff x="5989375" y="1843575"/>
              <a:chExt cx="136525" cy="67675"/>
            </a:xfrm>
          </p:grpSpPr>
          <p:sp>
            <p:nvSpPr>
              <p:cNvPr id="418" name="Google Shape;418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33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33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g3617bb5a9ba_0_411"/>
          <p:cNvGrpSpPr/>
          <p:nvPr/>
        </p:nvGrpSpPr>
        <p:grpSpPr>
          <a:xfrm>
            <a:off x="-1897800" y="-564139"/>
            <a:ext cx="12137626" cy="7877285"/>
            <a:chOff x="-1897800" y="-564139"/>
            <a:chExt cx="12137626" cy="7877285"/>
          </a:xfrm>
        </p:grpSpPr>
        <p:sp>
          <p:nvSpPr>
            <p:cNvPr id="428" name="Google Shape;428;g3617bb5a9ba_0_411"/>
            <p:cNvSpPr/>
            <p:nvPr/>
          </p:nvSpPr>
          <p:spPr>
            <a:xfrm flipH="1">
              <a:off x="6899664" y="-444798"/>
              <a:ext cx="3031826" cy="2004580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617bb5a9ba_0_411"/>
            <p:cNvSpPr/>
            <p:nvPr/>
          </p:nvSpPr>
          <p:spPr>
            <a:xfrm>
              <a:off x="-1897800" y="1636082"/>
              <a:ext cx="6322101" cy="5677064"/>
            </a:xfrm>
            <a:custGeom>
              <a:rect b="b" l="l" r="r" t="t"/>
              <a:pathLst>
                <a:path extrusionOk="0" h="64222" w="71519">
                  <a:moveTo>
                    <a:pt x="160" y="0"/>
                  </a:moveTo>
                  <a:lnTo>
                    <a:pt x="0" y="160"/>
                  </a:lnTo>
                  <a:lnTo>
                    <a:pt x="26919" y="27079"/>
                  </a:lnTo>
                  <a:lnTo>
                    <a:pt x="26919" y="27956"/>
                  </a:lnTo>
                  <a:lnTo>
                    <a:pt x="30762" y="31798"/>
                  </a:lnTo>
                  <a:lnTo>
                    <a:pt x="32743" y="31798"/>
                  </a:lnTo>
                  <a:lnTo>
                    <a:pt x="38031" y="37086"/>
                  </a:lnTo>
                  <a:lnTo>
                    <a:pt x="44224" y="37086"/>
                  </a:lnTo>
                  <a:lnTo>
                    <a:pt x="71359" y="64221"/>
                  </a:lnTo>
                  <a:lnTo>
                    <a:pt x="71519" y="64061"/>
                  </a:lnTo>
                  <a:lnTo>
                    <a:pt x="42046" y="34588"/>
                  </a:lnTo>
                  <a:lnTo>
                    <a:pt x="42046" y="33035"/>
                  </a:lnTo>
                  <a:lnTo>
                    <a:pt x="38359" y="29353"/>
                  </a:lnTo>
                  <a:lnTo>
                    <a:pt x="35465" y="29353"/>
                  </a:lnTo>
                  <a:lnTo>
                    <a:pt x="28949" y="22836"/>
                  </a:lnTo>
                  <a:lnTo>
                    <a:pt x="22993" y="22836"/>
                  </a:lnTo>
                  <a:lnTo>
                    <a:pt x="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g3617bb5a9ba_0_411"/>
            <p:cNvGrpSpPr/>
            <p:nvPr/>
          </p:nvGrpSpPr>
          <p:grpSpPr>
            <a:xfrm>
              <a:off x="2033622" y="4281745"/>
              <a:ext cx="618213" cy="306426"/>
              <a:chOff x="5989375" y="1843575"/>
              <a:chExt cx="136525" cy="67675"/>
            </a:xfrm>
          </p:grpSpPr>
          <p:sp>
            <p:nvSpPr>
              <p:cNvPr id="431" name="Google Shape;431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709" y="0"/>
                    </a:moveTo>
                    <a:lnTo>
                      <a:pt x="0" y="709"/>
                    </a:lnTo>
                    <a:lnTo>
                      <a:pt x="112" y="821"/>
                    </a:lnTo>
                    <a:lnTo>
                      <a:pt x="821" y="113"/>
                    </a:lnTo>
                    <a:lnTo>
                      <a:pt x="70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g3617bb5a9ba_0_411"/>
              <p:cNvSpPr/>
              <p:nvPr/>
            </p:nvSpPr>
            <p:spPr>
              <a:xfrm>
                <a:off x="6047225" y="1843575"/>
                <a:ext cx="20525" cy="20550"/>
              </a:xfrm>
              <a:custGeom>
                <a:rect b="b" l="l" r="r" t="t"/>
                <a:pathLst>
                  <a:path extrusionOk="0" h="822" w="821">
                    <a:moveTo>
                      <a:pt x="112" y="0"/>
                    </a:moveTo>
                    <a:lnTo>
                      <a:pt x="0" y="113"/>
                    </a:lnTo>
                    <a:lnTo>
                      <a:pt x="709" y="821"/>
                    </a:lnTo>
                    <a:lnTo>
                      <a:pt x="821" y="709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g3617bb5a9ba_0_411"/>
              <p:cNvSpPr/>
              <p:nvPr/>
            </p:nvSpPr>
            <p:spPr>
              <a:xfrm>
                <a:off x="5989475" y="18436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713" y="0"/>
                    </a:moveTo>
                    <a:lnTo>
                      <a:pt x="1" y="709"/>
                    </a:lnTo>
                    <a:lnTo>
                      <a:pt x="113" y="821"/>
                    </a:lnTo>
                    <a:lnTo>
                      <a:pt x="825" y="113"/>
                    </a:lnTo>
                    <a:lnTo>
                      <a:pt x="71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g3617bb5a9ba_0_411"/>
              <p:cNvSpPr/>
              <p:nvPr/>
            </p:nvSpPr>
            <p:spPr>
              <a:xfrm>
                <a:off x="5989375" y="1843575"/>
                <a:ext cx="20650" cy="20550"/>
              </a:xfrm>
              <a:custGeom>
                <a:rect b="b" l="l" r="r" t="t"/>
                <a:pathLst>
                  <a:path extrusionOk="0" h="822" w="826">
                    <a:moveTo>
                      <a:pt x="117" y="0"/>
                    </a:moveTo>
                    <a:lnTo>
                      <a:pt x="1" y="113"/>
                    </a:lnTo>
                    <a:lnTo>
                      <a:pt x="713" y="821"/>
                    </a:lnTo>
                    <a:lnTo>
                      <a:pt x="825" y="70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709" y="1"/>
                    </a:moveTo>
                    <a:lnTo>
                      <a:pt x="1" y="713"/>
                    </a:lnTo>
                    <a:lnTo>
                      <a:pt x="113" y="825"/>
                    </a:lnTo>
                    <a:lnTo>
                      <a:pt x="821" y="113"/>
                    </a:lnTo>
                    <a:lnTo>
                      <a:pt x="7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g3617bb5a9ba_0_411"/>
              <p:cNvSpPr/>
              <p:nvPr/>
            </p:nvSpPr>
            <p:spPr>
              <a:xfrm>
                <a:off x="6105350" y="1890600"/>
                <a:ext cx="20550" cy="20650"/>
              </a:xfrm>
              <a:custGeom>
                <a:rect b="b" l="l" r="r" t="t"/>
                <a:pathLst>
                  <a:path extrusionOk="0" h="826" w="822">
                    <a:moveTo>
                      <a:pt x="113" y="1"/>
                    </a:moveTo>
                    <a:lnTo>
                      <a:pt x="1" y="113"/>
                    </a:lnTo>
                    <a:lnTo>
                      <a:pt x="709" y="825"/>
                    </a:lnTo>
                    <a:lnTo>
                      <a:pt x="821" y="709"/>
                    </a:lnTo>
                    <a:lnTo>
                      <a:pt x="1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713" y="1"/>
                    </a:moveTo>
                    <a:lnTo>
                      <a:pt x="0" y="709"/>
                    </a:lnTo>
                    <a:lnTo>
                      <a:pt x="116" y="825"/>
                    </a:lnTo>
                    <a:lnTo>
                      <a:pt x="825" y="113"/>
                    </a:lnTo>
                    <a:lnTo>
                      <a:pt x="7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g3617bb5a9ba_0_411"/>
              <p:cNvSpPr/>
              <p:nvPr/>
            </p:nvSpPr>
            <p:spPr>
              <a:xfrm>
                <a:off x="6047525" y="1890600"/>
                <a:ext cx="20625" cy="20650"/>
              </a:xfrm>
              <a:custGeom>
                <a:rect b="b" l="l" r="r" t="t"/>
                <a:pathLst>
                  <a:path extrusionOk="0" h="826" w="825">
                    <a:moveTo>
                      <a:pt x="112" y="1"/>
                    </a:moveTo>
                    <a:lnTo>
                      <a:pt x="0" y="113"/>
                    </a:lnTo>
                    <a:lnTo>
                      <a:pt x="713" y="825"/>
                    </a:lnTo>
                    <a:lnTo>
                      <a:pt x="825" y="70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9" name="Google Shape;439;g3617bb5a9ba_0_411"/>
            <p:cNvGrpSpPr/>
            <p:nvPr/>
          </p:nvGrpSpPr>
          <p:grpSpPr>
            <a:xfrm>
              <a:off x="726170" y="3312113"/>
              <a:ext cx="1228885" cy="2188720"/>
              <a:chOff x="8389396" y="1055350"/>
              <a:chExt cx="1228885" cy="2188720"/>
            </a:xfrm>
          </p:grpSpPr>
          <p:sp>
            <p:nvSpPr>
              <p:cNvPr id="440" name="Google Shape;440;g3617bb5a9ba_0_411"/>
              <p:cNvSpPr/>
              <p:nvPr/>
            </p:nvSpPr>
            <p:spPr>
              <a:xfrm>
                <a:off x="8421616" y="1130946"/>
                <a:ext cx="1196665" cy="2113124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g3617bb5a9ba_0_411"/>
              <p:cNvSpPr/>
              <p:nvPr/>
            </p:nvSpPr>
            <p:spPr>
              <a:xfrm>
                <a:off x="8389396" y="1055350"/>
                <a:ext cx="95651" cy="95575"/>
              </a:xfrm>
              <a:custGeom>
                <a:rect b="b" l="l" r="r" t="t"/>
                <a:pathLst>
                  <a:path extrusionOk="0" h="1373" w="1374">
                    <a:moveTo>
                      <a:pt x="689" y="364"/>
                    </a:moveTo>
                    <a:cubicBezTo>
                      <a:pt x="866" y="364"/>
                      <a:pt x="1010" y="508"/>
                      <a:pt x="1014" y="684"/>
                    </a:cubicBezTo>
                    <a:cubicBezTo>
                      <a:pt x="1014" y="865"/>
                      <a:pt x="866" y="1009"/>
                      <a:pt x="689" y="1009"/>
                    </a:cubicBezTo>
                    <a:cubicBezTo>
                      <a:pt x="509" y="1009"/>
                      <a:pt x="365" y="865"/>
                      <a:pt x="365" y="684"/>
                    </a:cubicBezTo>
                    <a:cubicBezTo>
                      <a:pt x="365" y="508"/>
                      <a:pt x="509" y="364"/>
                      <a:pt x="689" y="364"/>
                    </a:cubicBezTo>
                    <a:close/>
                    <a:moveTo>
                      <a:pt x="689" y="0"/>
                    </a:moveTo>
                    <a:cubicBezTo>
                      <a:pt x="309" y="0"/>
                      <a:pt x="1" y="308"/>
                      <a:pt x="1" y="684"/>
                    </a:cubicBezTo>
                    <a:cubicBezTo>
                      <a:pt x="1" y="1065"/>
                      <a:pt x="309" y="1373"/>
                      <a:pt x="689" y="1373"/>
                    </a:cubicBezTo>
                    <a:cubicBezTo>
                      <a:pt x="1066" y="1373"/>
                      <a:pt x="1374" y="1065"/>
                      <a:pt x="1374" y="684"/>
                    </a:cubicBezTo>
                    <a:cubicBezTo>
                      <a:pt x="1374" y="308"/>
                      <a:pt x="1066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g3617bb5a9ba_0_411"/>
            <p:cNvSpPr/>
            <p:nvPr/>
          </p:nvSpPr>
          <p:spPr>
            <a:xfrm>
              <a:off x="6877775" y="3554813"/>
              <a:ext cx="3075605" cy="2033485"/>
            </a:xfrm>
            <a:custGeom>
              <a:rect b="b" l="l" r="r" t="t"/>
              <a:pathLst>
                <a:path extrusionOk="0" h="15904" w="24054">
                  <a:moveTo>
                    <a:pt x="17228" y="0"/>
                  </a:moveTo>
                  <a:lnTo>
                    <a:pt x="9955" y="7274"/>
                  </a:lnTo>
                  <a:lnTo>
                    <a:pt x="6725" y="7274"/>
                  </a:lnTo>
                  <a:lnTo>
                    <a:pt x="2610" y="11384"/>
                  </a:lnTo>
                  <a:lnTo>
                    <a:pt x="2610" y="13298"/>
                  </a:lnTo>
                  <a:lnTo>
                    <a:pt x="0" y="15904"/>
                  </a:lnTo>
                  <a:lnTo>
                    <a:pt x="7093" y="15904"/>
                  </a:lnTo>
                  <a:lnTo>
                    <a:pt x="12993" y="10003"/>
                  </a:lnTo>
                  <a:lnTo>
                    <a:pt x="15207" y="10003"/>
                  </a:lnTo>
                  <a:lnTo>
                    <a:pt x="19494" y="5716"/>
                  </a:lnTo>
                  <a:lnTo>
                    <a:pt x="19494" y="4560"/>
                  </a:lnTo>
                  <a:lnTo>
                    <a:pt x="240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g3617bb5a9ba_0_411"/>
            <p:cNvGrpSpPr/>
            <p:nvPr/>
          </p:nvGrpSpPr>
          <p:grpSpPr>
            <a:xfrm flipH="1" rot="5400000">
              <a:off x="8547291" y="741426"/>
              <a:ext cx="1228900" cy="2156170"/>
              <a:chOff x="455034" y="-121633"/>
              <a:chExt cx="629947" cy="1105275"/>
            </a:xfrm>
          </p:grpSpPr>
          <p:sp>
            <p:nvSpPr>
              <p:cNvPr id="444" name="Google Shape;444;g3617bb5a9ba_0_411"/>
              <p:cNvSpPr/>
              <p:nvPr/>
            </p:nvSpPr>
            <p:spPr>
              <a:xfrm>
                <a:off x="1007193" y="917077"/>
                <a:ext cx="77788" cy="66565"/>
              </a:xfrm>
              <a:custGeom>
                <a:rect b="b" l="l" r="r" t="t"/>
                <a:pathLst>
                  <a:path extrusionOk="0" h="1121" w="1310">
                    <a:moveTo>
                      <a:pt x="563" y="294"/>
                    </a:moveTo>
                    <a:cubicBezTo>
                      <a:pt x="628" y="294"/>
                      <a:pt x="695" y="318"/>
                      <a:pt x="749" y="372"/>
                    </a:cubicBezTo>
                    <a:cubicBezTo>
                      <a:pt x="913" y="536"/>
                      <a:pt x="797" y="821"/>
                      <a:pt x="561" y="821"/>
                    </a:cubicBezTo>
                    <a:cubicBezTo>
                      <a:pt x="417" y="821"/>
                      <a:pt x="297" y="704"/>
                      <a:pt x="297" y="560"/>
                    </a:cubicBezTo>
                    <a:cubicBezTo>
                      <a:pt x="297" y="400"/>
                      <a:pt x="427" y="294"/>
                      <a:pt x="563" y="294"/>
                    </a:cubicBezTo>
                    <a:close/>
                    <a:moveTo>
                      <a:pt x="561" y="0"/>
                    </a:moveTo>
                    <a:cubicBezTo>
                      <a:pt x="252" y="0"/>
                      <a:pt x="0" y="248"/>
                      <a:pt x="0" y="560"/>
                    </a:cubicBezTo>
                    <a:cubicBezTo>
                      <a:pt x="0" y="897"/>
                      <a:pt x="278" y="1121"/>
                      <a:pt x="566" y="1121"/>
                    </a:cubicBezTo>
                    <a:cubicBezTo>
                      <a:pt x="704" y="1121"/>
                      <a:pt x="843" y="1070"/>
                      <a:pt x="957" y="957"/>
                    </a:cubicBezTo>
                    <a:cubicBezTo>
                      <a:pt x="1309" y="600"/>
                      <a:pt x="1061" y="0"/>
                      <a:pt x="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g3617bb5a9ba_0_411"/>
              <p:cNvSpPr/>
              <p:nvPr/>
            </p:nvSpPr>
            <p:spPr>
              <a:xfrm>
                <a:off x="455034" y="-121633"/>
                <a:ext cx="592137" cy="1045622"/>
              </a:xfrm>
              <a:custGeom>
                <a:rect b="b" l="l" r="r" t="t"/>
                <a:pathLst>
                  <a:path extrusionOk="0" h="17609" w="9972">
                    <a:moveTo>
                      <a:pt x="1" y="0"/>
                    </a:moveTo>
                    <a:lnTo>
                      <a:pt x="1" y="4948"/>
                    </a:lnTo>
                    <a:lnTo>
                      <a:pt x="9720" y="14670"/>
                    </a:lnTo>
                    <a:lnTo>
                      <a:pt x="9720" y="17608"/>
                    </a:lnTo>
                    <a:lnTo>
                      <a:pt x="9972" y="17608"/>
                    </a:lnTo>
                    <a:lnTo>
                      <a:pt x="9972" y="14566"/>
                    </a:lnTo>
                    <a:lnTo>
                      <a:pt x="249" y="4843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g3617bb5a9ba_0_411"/>
            <p:cNvGrpSpPr/>
            <p:nvPr/>
          </p:nvGrpSpPr>
          <p:grpSpPr>
            <a:xfrm flipH="1" rot="5400000">
              <a:off x="8103952" y="2323328"/>
              <a:ext cx="471865" cy="38050"/>
              <a:chOff x="6298452" y="2390050"/>
              <a:chExt cx="140725" cy="11350"/>
            </a:xfrm>
          </p:grpSpPr>
          <p:sp>
            <p:nvSpPr>
              <p:cNvPr id="447" name="Google Shape;447;g3617bb5a9ba_0_411"/>
              <p:cNvSpPr/>
              <p:nvPr/>
            </p:nvSpPr>
            <p:spPr>
              <a:xfrm>
                <a:off x="6298452" y="2390050"/>
                <a:ext cx="70375" cy="11350"/>
              </a:xfrm>
              <a:custGeom>
                <a:rect b="b" l="l" r="r" t="t"/>
                <a:pathLst>
                  <a:path extrusionOk="0" h="454" w="2815">
                    <a:moveTo>
                      <a:pt x="1" y="1"/>
                    </a:moveTo>
                    <a:lnTo>
                      <a:pt x="1" y="453"/>
                    </a:lnTo>
                    <a:lnTo>
                      <a:pt x="2815" y="453"/>
                    </a:lnTo>
                    <a:lnTo>
                      <a:pt x="28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g3617bb5a9ba_0_411"/>
              <p:cNvSpPr/>
              <p:nvPr/>
            </p:nvSpPr>
            <p:spPr>
              <a:xfrm>
                <a:off x="6382427" y="2390050"/>
                <a:ext cx="35150" cy="11350"/>
              </a:xfrm>
              <a:custGeom>
                <a:rect b="b" l="l" r="r" t="t"/>
                <a:pathLst>
                  <a:path extrusionOk="0" h="454" w="1406">
                    <a:moveTo>
                      <a:pt x="0" y="1"/>
                    </a:moveTo>
                    <a:lnTo>
                      <a:pt x="0" y="453"/>
                    </a:lnTo>
                    <a:lnTo>
                      <a:pt x="1405" y="453"/>
                    </a:lnTo>
                    <a:lnTo>
                      <a:pt x="140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g3617bb5a9ba_0_411"/>
              <p:cNvSpPr/>
              <p:nvPr/>
            </p:nvSpPr>
            <p:spPr>
              <a:xfrm>
                <a:off x="6427952" y="2390050"/>
                <a:ext cx="11225" cy="11350"/>
              </a:xfrm>
              <a:custGeom>
                <a:rect b="b" l="l" r="r" t="t"/>
                <a:pathLst>
                  <a:path extrusionOk="0" h="454" w="449">
                    <a:moveTo>
                      <a:pt x="1" y="1"/>
                    </a:moveTo>
                    <a:lnTo>
                      <a:pt x="1" y="453"/>
                    </a:lnTo>
                    <a:lnTo>
                      <a:pt x="449" y="453"/>
                    </a:lnTo>
                    <a:lnTo>
                      <a:pt x="4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0" name="Google Shape;450;g3617bb5a9ba_0_411"/>
            <p:cNvGrpSpPr/>
            <p:nvPr/>
          </p:nvGrpSpPr>
          <p:grpSpPr>
            <a:xfrm rot="5400000">
              <a:off x="5977383" y="2664533"/>
              <a:ext cx="2375894" cy="3296648"/>
              <a:chOff x="2132995" y="960308"/>
              <a:chExt cx="496177" cy="688437"/>
            </a:xfrm>
          </p:grpSpPr>
          <p:sp>
            <p:nvSpPr>
              <p:cNvPr id="451" name="Google Shape;451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" name="Google Shape;456;g3617bb5a9ba_0_411"/>
            <p:cNvGrpSpPr/>
            <p:nvPr/>
          </p:nvGrpSpPr>
          <p:grpSpPr>
            <a:xfrm>
              <a:off x="1592531" y="555358"/>
              <a:ext cx="457202" cy="78377"/>
              <a:chOff x="3029245" y="907035"/>
              <a:chExt cx="129011" cy="22560"/>
            </a:xfrm>
          </p:grpSpPr>
          <p:sp>
            <p:nvSpPr>
              <p:cNvPr id="457" name="Google Shape;457;g3617bb5a9ba_0_411"/>
              <p:cNvSpPr/>
              <p:nvPr/>
            </p:nvSpPr>
            <p:spPr>
              <a:xfrm>
                <a:off x="3126380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8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g3617bb5a9ba_0_411"/>
              <p:cNvSpPr/>
              <p:nvPr/>
            </p:nvSpPr>
            <p:spPr>
              <a:xfrm>
                <a:off x="3101902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89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g3617bb5a9ba_0_411"/>
              <p:cNvSpPr/>
              <p:nvPr/>
            </p:nvSpPr>
            <p:spPr>
              <a:xfrm>
                <a:off x="3077790" y="907035"/>
                <a:ext cx="31922" cy="22560"/>
              </a:xfrm>
              <a:custGeom>
                <a:rect b="b" l="l" r="r" t="t"/>
                <a:pathLst>
                  <a:path extrusionOk="0" h="494" w="699">
                    <a:moveTo>
                      <a:pt x="409" y="0"/>
                    </a:moveTo>
                    <a:lnTo>
                      <a:pt x="1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g3617bb5a9ba_0_411"/>
              <p:cNvSpPr/>
              <p:nvPr/>
            </p:nvSpPr>
            <p:spPr>
              <a:xfrm>
                <a:off x="3053723" y="907035"/>
                <a:ext cx="31511" cy="22560"/>
              </a:xfrm>
              <a:custGeom>
                <a:rect b="b" l="l" r="r" t="t"/>
                <a:pathLst>
                  <a:path extrusionOk="0" h="494" w="690">
                    <a:moveTo>
                      <a:pt x="400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g3617bb5a9ba_0_411"/>
              <p:cNvSpPr/>
              <p:nvPr/>
            </p:nvSpPr>
            <p:spPr>
              <a:xfrm>
                <a:off x="3029245" y="907035"/>
                <a:ext cx="31876" cy="22560"/>
              </a:xfrm>
              <a:custGeom>
                <a:rect b="b" l="l" r="r" t="t"/>
                <a:pathLst>
                  <a:path extrusionOk="0" h="494" w="698">
                    <a:moveTo>
                      <a:pt x="409" y="0"/>
                    </a:moveTo>
                    <a:lnTo>
                      <a:pt x="0" y="494"/>
                    </a:lnTo>
                    <a:lnTo>
                      <a:pt x="290" y="494"/>
                    </a:lnTo>
                    <a:lnTo>
                      <a:pt x="69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g3617bb5a9ba_0_411"/>
            <p:cNvSpPr/>
            <p:nvPr/>
          </p:nvSpPr>
          <p:spPr>
            <a:xfrm>
              <a:off x="-1478400" y="2"/>
              <a:ext cx="3381525" cy="1996389"/>
            </a:xfrm>
            <a:custGeom>
              <a:rect b="b" l="l" r="r" t="t"/>
              <a:pathLst>
                <a:path extrusionOk="0" h="10160" w="17209">
                  <a:moveTo>
                    <a:pt x="13158" y="0"/>
                  </a:moveTo>
                  <a:lnTo>
                    <a:pt x="9820" y="3343"/>
                  </a:lnTo>
                  <a:lnTo>
                    <a:pt x="6778" y="3343"/>
                  </a:lnTo>
                  <a:lnTo>
                    <a:pt x="1" y="10119"/>
                  </a:lnTo>
                  <a:lnTo>
                    <a:pt x="6353" y="10159"/>
                  </a:lnTo>
                  <a:lnTo>
                    <a:pt x="8319" y="8198"/>
                  </a:lnTo>
                  <a:lnTo>
                    <a:pt x="9015" y="8198"/>
                  </a:lnTo>
                  <a:lnTo>
                    <a:pt x="17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g3617bb5a9ba_0_411"/>
            <p:cNvGrpSpPr/>
            <p:nvPr/>
          </p:nvGrpSpPr>
          <p:grpSpPr>
            <a:xfrm flipH="1">
              <a:off x="465008" y="-564139"/>
              <a:ext cx="2374676" cy="2502550"/>
              <a:chOff x="2011428" y="602777"/>
              <a:chExt cx="774292" cy="815987"/>
            </a:xfrm>
          </p:grpSpPr>
          <p:sp>
            <p:nvSpPr>
              <p:cNvPr id="464" name="Google Shape;464;g3617bb5a9ba_0_411"/>
              <p:cNvSpPr/>
              <p:nvPr/>
            </p:nvSpPr>
            <p:spPr>
              <a:xfrm>
                <a:off x="2751470" y="1215132"/>
                <a:ext cx="15618" cy="109191"/>
              </a:xfrm>
              <a:custGeom>
                <a:rect b="b" l="l" r="r" t="t"/>
                <a:pathLst>
                  <a:path extrusionOk="0" h="2391" w="342">
                    <a:moveTo>
                      <a:pt x="341" y="0"/>
                    </a:moveTo>
                    <a:lnTo>
                      <a:pt x="1" y="341"/>
                    </a:lnTo>
                    <a:lnTo>
                      <a:pt x="1" y="1191"/>
                    </a:lnTo>
                    <a:lnTo>
                      <a:pt x="1" y="2042"/>
                    </a:lnTo>
                    <a:lnTo>
                      <a:pt x="341" y="2391"/>
                    </a:lnTo>
                    <a:lnTo>
                      <a:pt x="341" y="1191"/>
                    </a:lnTo>
                    <a:lnTo>
                      <a:pt x="3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g3617bb5a9ba_0_411"/>
              <p:cNvSpPr/>
              <p:nvPr/>
            </p:nvSpPr>
            <p:spPr>
              <a:xfrm>
                <a:off x="2157107" y="742702"/>
                <a:ext cx="76950" cy="76995"/>
              </a:xfrm>
              <a:custGeom>
                <a:rect b="b" l="l" r="r" t="t"/>
                <a:pathLst>
                  <a:path extrusionOk="0" h="1686" w="1685">
                    <a:moveTo>
                      <a:pt x="0" y="1"/>
                    </a:moveTo>
                    <a:lnTo>
                      <a:pt x="842" y="843"/>
                    </a:lnTo>
                    <a:lnTo>
                      <a:pt x="1685" y="1685"/>
                    </a:lnTo>
                    <a:lnTo>
                      <a:pt x="1685" y="1209"/>
                    </a:lnTo>
                    <a:lnTo>
                      <a:pt x="1081" y="605"/>
                    </a:lnTo>
                    <a:lnTo>
                      <a:pt x="4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g3617bb5a9ba_0_411"/>
              <p:cNvSpPr/>
              <p:nvPr/>
            </p:nvSpPr>
            <p:spPr>
              <a:xfrm>
                <a:off x="2011428" y="602777"/>
                <a:ext cx="37310" cy="32013"/>
              </a:xfrm>
              <a:custGeom>
                <a:rect b="b" l="l" r="r" t="t"/>
                <a:pathLst>
                  <a:path extrusionOk="0" h="701" w="817">
                    <a:moveTo>
                      <a:pt x="468" y="181"/>
                    </a:moveTo>
                    <a:cubicBezTo>
                      <a:pt x="561" y="181"/>
                      <a:pt x="630" y="258"/>
                      <a:pt x="630" y="351"/>
                    </a:cubicBezTo>
                    <a:cubicBezTo>
                      <a:pt x="630" y="448"/>
                      <a:pt x="549" y="514"/>
                      <a:pt x="466" y="514"/>
                    </a:cubicBezTo>
                    <a:cubicBezTo>
                      <a:pt x="425" y="514"/>
                      <a:pt x="383" y="498"/>
                      <a:pt x="349" y="462"/>
                    </a:cubicBezTo>
                    <a:cubicBezTo>
                      <a:pt x="247" y="360"/>
                      <a:pt x="323" y="181"/>
                      <a:pt x="468" y="181"/>
                    </a:cubicBezTo>
                    <a:close/>
                    <a:moveTo>
                      <a:pt x="468" y="0"/>
                    </a:moveTo>
                    <a:cubicBezTo>
                      <a:pt x="381" y="0"/>
                      <a:pt x="293" y="33"/>
                      <a:pt x="221" y="105"/>
                    </a:cubicBezTo>
                    <a:cubicBezTo>
                      <a:pt x="0" y="317"/>
                      <a:pt x="153" y="700"/>
                      <a:pt x="468" y="700"/>
                    </a:cubicBezTo>
                    <a:cubicBezTo>
                      <a:pt x="664" y="700"/>
                      <a:pt x="817" y="538"/>
                      <a:pt x="817" y="351"/>
                    </a:cubicBezTo>
                    <a:cubicBezTo>
                      <a:pt x="817" y="139"/>
                      <a:pt x="646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g3617bb5a9ba_0_411"/>
              <p:cNvSpPr/>
              <p:nvPr/>
            </p:nvSpPr>
            <p:spPr>
              <a:xfrm>
                <a:off x="2748364" y="1386751"/>
                <a:ext cx="37356" cy="32013"/>
              </a:xfrm>
              <a:custGeom>
                <a:rect b="b" l="l" r="r" t="t"/>
                <a:pathLst>
                  <a:path extrusionOk="0" h="701" w="818">
                    <a:moveTo>
                      <a:pt x="469" y="190"/>
                    </a:moveTo>
                    <a:cubicBezTo>
                      <a:pt x="562" y="190"/>
                      <a:pt x="630" y="258"/>
                      <a:pt x="630" y="351"/>
                    </a:cubicBezTo>
                    <a:cubicBezTo>
                      <a:pt x="630" y="450"/>
                      <a:pt x="547" y="517"/>
                      <a:pt x="462" y="517"/>
                    </a:cubicBezTo>
                    <a:cubicBezTo>
                      <a:pt x="422" y="517"/>
                      <a:pt x="382" y="503"/>
                      <a:pt x="350" y="470"/>
                    </a:cubicBezTo>
                    <a:cubicBezTo>
                      <a:pt x="247" y="360"/>
                      <a:pt x="324" y="190"/>
                      <a:pt x="469" y="190"/>
                    </a:cubicBezTo>
                    <a:close/>
                    <a:moveTo>
                      <a:pt x="468" y="0"/>
                    </a:moveTo>
                    <a:cubicBezTo>
                      <a:pt x="382" y="0"/>
                      <a:pt x="294" y="33"/>
                      <a:pt x="222" y="105"/>
                    </a:cubicBezTo>
                    <a:cubicBezTo>
                      <a:pt x="1" y="326"/>
                      <a:pt x="154" y="700"/>
                      <a:pt x="469" y="700"/>
                    </a:cubicBezTo>
                    <a:cubicBezTo>
                      <a:pt x="664" y="700"/>
                      <a:pt x="817" y="547"/>
                      <a:pt x="817" y="351"/>
                    </a:cubicBezTo>
                    <a:cubicBezTo>
                      <a:pt x="817" y="139"/>
                      <a:pt x="647" y="0"/>
                      <a:pt x="4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g3617bb5a9ba_0_411"/>
              <p:cNvSpPr/>
              <p:nvPr/>
            </p:nvSpPr>
            <p:spPr>
              <a:xfrm>
                <a:off x="2036271" y="623829"/>
                <a:ext cx="737804" cy="767351"/>
              </a:xfrm>
              <a:custGeom>
                <a:rect b="b" l="l" r="r" t="t"/>
                <a:pathLst>
                  <a:path extrusionOk="0" h="16803" w="16156">
                    <a:moveTo>
                      <a:pt x="137" y="1"/>
                    </a:moveTo>
                    <a:lnTo>
                      <a:pt x="0" y="128"/>
                    </a:lnTo>
                    <a:lnTo>
                      <a:pt x="5173" y="5301"/>
                    </a:lnTo>
                    <a:lnTo>
                      <a:pt x="5198" y="5326"/>
                    </a:lnTo>
                    <a:lnTo>
                      <a:pt x="9035" y="5326"/>
                    </a:lnTo>
                    <a:lnTo>
                      <a:pt x="15968" y="12259"/>
                    </a:lnTo>
                    <a:lnTo>
                      <a:pt x="15968" y="16802"/>
                    </a:lnTo>
                    <a:lnTo>
                      <a:pt x="16155" y="16802"/>
                    </a:lnTo>
                    <a:lnTo>
                      <a:pt x="16155" y="12183"/>
                    </a:lnTo>
                    <a:lnTo>
                      <a:pt x="9137" y="5165"/>
                    </a:lnTo>
                    <a:lnTo>
                      <a:pt x="9111" y="5139"/>
                    </a:lnTo>
                    <a:lnTo>
                      <a:pt x="5275" y="5139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g3617bb5a9ba_0_411"/>
              <p:cNvSpPr/>
              <p:nvPr/>
            </p:nvSpPr>
            <p:spPr>
              <a:xfrm>
                <a:off x="2506326" y="916786"/>
                <a:ext cx="196233" cy="195822"/>
              </a:xfrm>
              <a:custGeom>
                <a:rect b="b" l="l" r="r" t="t"/>
                <a:pathLst>
                  <a:path extrusionOk="0" h="4288" w="4297">
                    <a:moveTo>
                      <a:pt x="1" y="0"/>
                    </a:moveTo>
                    <a:lnTo>
                      <a:pt x="1" y="77"/>
                    </a:lnTo>
                    <a:lnTo>
                      <a:pt x="1898" y="77"/>
                    </a:lnTo>
                    <a:lnTo>
                      <a:pt x="4220" y="2399"/>
                    </a:lnTo>
                    <a:lnTo>
                      <a:pt x="4220" y="4288"/>
                    </a:lnTo>
                    <a:lnTo>
                      <a:pt x="4297" y="4288"/>
                    </a:lnTo>
                    <a:lnTo>
                      <a:pt x="4297" y="2374"/>
                    </a:lnTo>
                    <a:lnTo>
                      <a:pt x="19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g3617bb5a9ba_0_411"/>
            <p:cNvGrpSpPr/>
            <p:nvPr/>
          </p:nvGrpSpPr>
          <p:grpSpPr>
            <a:xfrm flipH="1" rot="5400000">
              <a:off x="7897809" y="-611673"/>
              <a:ext cx="1047647" cy="1867549"/>
              <a:chOff x="4549150" y="1401575"/>
              <a:chExt cx="1183114" cy="2109034"/>
            </a:xfrm>
          </p:grpSpPr>
          <p:sp>
            <p:nvSpPr>
              <p:cNvPr id="471" name="Google Shape;471;g3617bb5a9ba_0_411"/>
              <p:cNvSpPr/>
              <p:nvPr/>
            </p:nvSpPr>
            <p:spPr>
              <a:xfrm>
                <a:off x="4549150" y="3383011"/>
                <a:ext cx="148997" cy="127598"/>
              </a:xfrm>
              <a:custGeom>
                <a:rect b="b" l="l" r="r" t="t"/>
                <a:pathLst>
                  <a:path extrusionOk="0" h="1121" w="1309">
                    <a:moveTo>
                      <a:pt x="560" y="300"/>
                    </a:moveTo>
                    <a:cubicBezTo>
                      <a:pt x="796" y="300"/>
                      <a:pt x="912" y="584"/>
                      <a:pt x="748" y="748"/>
                    </a:cubicBezTo>
                    <a:cubicBezTo>
                      <a:pt x="693" y="803"/>
                      <a:pt x="627" y="827"/>
                      <a:pt x="562" y="827"/>
                    </a:cubicBezTo>
                    <a:cubicBezTo>
                      <a:pt x="426" y="827"/>
                      <a:pt x="296" y="721"/>
                      <a:pt x="296" y="564"/>
                    </a:cubicBezTo>
                    <a:cubicBezTo>
                      <a:pt x="296" y="416"/>
                      <a:pt x="416" y="300"/>
                      <a:pt x="560" y="300"/>
                    </a:cubicBezTo>
                    <a:close/>
                    <a:moveTo>
                      <a:pt x="564" y="1"/>
                    </a:moveTo>
                    <a:cubicBezTo>
                      <a:pt x="276" y="1"/>
                      <a:pt x="1" y="226"/>
                      <a:pt x="3" y="564"/>
                    </a:cubicBezTo>
                    <a:cubicBezTo>
                      <a:pt x="3" y="872"/>
                      <a:pt x="252" y="1120"/>
                      <a:pt x="560" y="1120"/>
                    </a:cubicBezTo>
                    <a:cubicBezTo>
                      <a:pt x="1060" y="1120"/>
                      <a:pt x="1308" y="520"/>
                      <a:pt x="956" y="168"/>
                    </a:cubicBezTo>
                    <a:cubicBezTo>
                      <a:pt x="842" y="52"/>
                      <a:pt x="701" y="1"/>
                      <a:pt x="5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g3617bb5a9ba_0_411"/>
              <p:cNvSpPr/>
              <p:nvPr/>
            </p:nvSpPr>
            <p:spPr>
              <a:xfrm>
                <a:off x="4597087" y="1401575"/>
                <a:ext cx="1135177" cy="2004344"/>
              </a:xfrm>
              <a:custGeom>
                <a:rect b="b" l="l" r="r" t="t"/>
                <a:pathLst>
                  <a:path extrusionOk="0" h="17609" w="9973">
                    <a:moveTo>
                      <a:pt x="9724" y="0"/>
                    </a:moveTo>
                    <a:lnTo>
                      <a:pt x="9724" y="2938"/>
                    </a:lnTo>
                    <a:lnTo>
                      <a:pt x="1" y="12661"/>
                    </a:lnTo>
                    <a:lnTo>
                      <a:pt x="1" y="17608"/>
                    </a:lnTo>
                    <a:lnTo>
                      <a:pt x="249" y="17608"/>
                    </a:lnTo>
                    <a:lnTo>
                      <a:pt x="249" y="12765"/>
                    </a:lnTo>
                    <a:lnTo>
                      <a:pt x="9972" y="3042"/>
                    </a:lnTo>
                    <a:lnTo>
                      <a:pt x="99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g3617bb5a9ba_0_411"/>
            <p:cNvGrpSpPr/>
            <p:nvPr/>
          </p:nvGrpSpPr>
          <p:grpSpPr>
            <a:xfrm>
              <a:off x="-1552699" y="-385839"/>
              <a:ext cx="2375894" cy="3296648"/>
              <a:chOff x="2132995" y="960308"/>
              <a:chExt cx="496177" cy="688437"/>
            </a:xfrm>
          </p:grpSpPr>
          <p:sp>
            <p:nvSpPr>
              <p:cNvPr id="474" name="Google Shape;474;g3617bb5a9ba_0_411"/>
              <p:cNvSpPr/>
              <p:nvPr/>
            </p:nvSpPr>
            <p:spPr>
              <a:xfrm>
                <a:off x="2143863" y="977753"/>
                <a:ext cx="473252" cy="659302"/>
              </a:xfrm>
              <a:custGeom>
                <a:rect b="b" l="l" r="r" t="t"/>
                <a:pathLst>
                  <a:path extrusionOk="0" h="14437" w="10363">
                    <a:moveTo>
                      <a:pt x="1" y="1"/>
                    </a:moveTo>
                    <a:lnTo>
                      <a:pt x="1" y="2663"/>
                    </a:lnTo>
                    <a:lnTo>
                      <a:pt x="4926" y="2663"/>
                    </a:lnTo>
                    <a:lnTo>
                      <a:pt x="7972" y="5709"/>
                    </a:lnTo>
                    <a:lnTo>
                      <a:pt x="7972" y="12123"/>
                    </a:lnTo>
                    <a:lnTo>
                      <a:pt x="10286" y="14437"/>
                    </a:lnTo>
                    <a:lnTo>
                      <a:pt x="10362" y="14352"/>
                    </a:lnTo>
                    <a:lnTo>
                      <a:pt x="8083" y="12081"/>
                    </a:lnTo>
                    <a:lnTo>
                      <a:pt x="8083" y="5658"/>
                    </a:lnTo>
                    <a:lnTo>
                      <a:pt x="4995" y="2561"/>
                    </a:lnTo>
                    <a:lnTo>
                      <a:pt x="4978" y="2544"/>
                    </a:lnTo>
                    <a:lnTo>
                      <a:pt x="120" y="2544"/>
                    </a:lnTo>
                    <a:lnTo>
                      <a:pt x="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g3617bb5a9ba_0_411"/>
              <p:cNvSpPr/>
              <p:nvPr/>
            </p:nvSpPr>
            <p:spPr>
              <a:xfrm>
                <a:off x="2401063" y="1126948"/>
                <a:ext cx="81608" cy="81608"/>
              </a:xfrm>
              <a:custGeom>
                <a:rect b="b" l="l" r="r" t="t"/>
                <a:pathLst>
                  <a:path extrusionOk="0" h="1787" w="1787">
                    <a:moveTo>
                      <a:pt x="1" y="0"/>
                    </a:moveTo>
                    <a:lnTo>
                      <a:pt x="1" y="511"/>
                    </a:lnTo>
                    <a:lnTo>
                      <a:pt x="639" y="1149"/>
                    </a:lnTo>
                    <a:lnTo>
                      <a:pt x="1277" y="1787"/>
                    </a:lnTo>
                    <a:lnTo>
                      <a:pt x="1787" y="1787"/>
                    </a:lnTo>
                    <a:lnTo>
                      <a:pt x="894" y="89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g3617bb5a9ba_0_411"/>
              <p:cNvSpPr/>
              <p:nvPr/>
            </p:nvSpPr>
            <p:spPr>
              <a:xfrm>
                <a:off x="2132995" y="960308"/>
                <a:ext cx="23610" cy="20231"/>
              </a:xfrm>
              <a:custGeom>
                <a:rect b="b" l="l" r="r" t="t"/>
                <a:pathLst>
                  <a:path extrusionOk="0" h="443" w="517">
                    <a:moveTo>
                      <a:pt x="298" y="119"/>
                    </a:moveTo>
                    <a:cubicBezTo>
                      <a:pt x="409" y="145"/>
                      <a:pt x="409" y="298"/>
                      <a:pt x="298" y="332"/>
                    </a:cubicBezTo>
                    <a:cubicBezTo>
                      <a:pt x="196" y="298"/>
                      <a:pt x="196" y="145"/>
                      <a:pt x="298" y="119"/>
                    </a:cubicBezTo>
                    <a:close/>
                    <a:moveTo>
                      <a:pt x="295" y="0"/>
                    </a:moveTo>
                    <a:cubicBezTo>
                      <a:pt x="240" y="0"/>
                      <a:pt x="184" y="21"/>
                      <a:pt x="137" y="68"/>
                    </a:cubicBezTo>
                    <a:cubicBezTo>
                      <a:pt x="1" y="204"/>
                      <a:pt x="103" y="442"/>
                      <a:pt x="298" y="442"/>
                    </a:cubicBezTo>
                    <a:cubicBezTo>
                      <a:pt x="418" y="434"/>
                      <a:pt x="511" y="340"/>
                      <a:pt x="511" y="230"/>
                    </a:cubicBezTo>
                    <a:cubicBezTo>
                      <a:pt x="517" y="92"/>
                      <a:pt x="410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g3617bb5a9ba_0_411"/>
              <p:cNvSpPr/>
              <p:nvPr/>
            </p:nvSpPr>
            <p:spPr>
              <a:xfrm>
                <a:off x="2605425" y="1628651"/>
                <a:ext cx="23747" cy="20094"/>
              </a:xfrm>
              <a:custGeom>
                <a:rect b="b" l="l" r="r" t="t"/>
                <a:pathLst>
                  <a:path extrusionOk="0" h="440" w="520">
                    <a:moveTo>
                      <a:pt x="298" y="116"/>
                    </a:moveTo>
                    <a:cubicBezTo>
                      <a:pt x="358" y="116"/>
                      <a:pt x="409" y="167"/>
                      <a:pt x="400" y="227"/>
                    </a:cubicBezTo>
                    <a:cubicBezTo>
                      <a:pt x="400" y="290"/>
                      <a:pt x="348" y="331"/>
                      <a:pt x="294" y="331"/>
                    </a:cubicBezTo>
                    <a:cubicBezTo>
                      <a:pt x="269" y="331"/>
                      <a:pt x="243" y="322"/>
                      <a:pt x="221" y="303"/>
                    </a:cubicBezTo>
                    <a:cubicBezTo>
                      <a:pt x="153" y="235"/>
                      <a:pt x="204" y="116"/>
                      <a:pt x="298" y="116"/>
                    </a:cubicBezTo>
                    <a:close/>
                    <a:moveTo>
                      <a:pt x="299" y="1"/>
                    </a:moveTo>
                    <a:cubicBezTo>
                      <a:pt x="244" y="1"/>
                      <a:pt x="189" y="21"/>
                      <a:pt x="145" y="65"/>
                    </a:cubicBezTo>
                    <a:cubicBezTo>
                      <a:pt x="0" y="201"/>
                      <a:pt x="102" y="439"/>
                      <a:pt x="298" y="439"/>
                    </a:cubicBezTo>
                    <a:cubicBezTo>
                      <a:pt x="417" y="439"/>
                      <a:pt x="519" y="337"/>
                      <a:pt x="519" y="218"/>
                    </a:cubicBezTo>
                    <a:cubicBezTo>
                      <a:pt x="519" y="86"/>
                      <a:pt x="411" y="1"/>
                      <a:pt x="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617bb5a9ba_0_411"/>
              <p:cNvSpPr/>
              <p:nvPr/>
            </p:nvSpPr>
            <p:spPr>
              <a:xfrm>
                <a:off x="2145827" y="1025155"/>
                <a:ext cx="122024" cy="71515"/>
              </a:xfrm>
              <a:custGeom>
                <a:rect b="b" l="l" r="r" t="t"/>
                <a:pathLst>
                  <a:path extrusionOk="0" h="1566" w="2672">
                    <a:moveTo>
                      <a:pt x="34" y="1"/>
                    </a:moveTo>
                    <a:lnTo>
                      <a:pt x="0" y="26"/>
                    </a:lnTo>
                    <a:lnTo>
                      <a:pt x="800" y="826"/>
                    </a:lnTo>
                    <a:lnTo>
                      <a:pt x="1898" y="826"/>
                    </a:lnTo>
                    <a:lnTo>
                      <a:pt x="2638" y="1566"/>
                    </a:lnTo>
                    <a:lnTo>
                      <a:pt x="2672" y="1532"/>
                    </a:lnTo>
                    <a:lnTo>
                      <a:pt x="1923" y="783"/>
                    </a:lnTo>
                    <a:lnTo>
                      <a:pt x="817" y="783"/>
                    </a:lnTo>
                    <a:lnTo>
                      <a:pt x="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9" name="Google Shape;479;g3617bb5a9ba_0_411"/>
          <p:cNvSpPr txBox="1"/>
          <p:nvPr>
            <p:ph type="title"/>
          </p:nvPr>
        </p:nvSpPr>
        <p:spPr>
          <a:xfrm>
            <a:off x="1269150" y="1483990"/>
            <a:ext cx="66057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rbitron"/>
              <a:buNone/>
              <a:defRPr b="1" i="0" sz="30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rbitron"/>
              <a:buNone/>
              <a:defRPr b="1" i="0" sz="3200" u="none" cap="none" strike="noStrike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"/>
          <p:cNvSpPr/>
          <p:nvPr/>
        </p:nvSpPr>
        <p:spPr>
          <a:xfrm>
            <a:off x="12812293" y="872774"/>
            <a:ext cx="144983" cy="272315"/>
          </a:xfrm>
          <a:custGeom>
            <a:rect b="b" l="l" r="r" t="t"/>
            <a:pathLst>
              <a:path extrusionOk="0" h="1388" w="739">
                <a:moveTo>
                  <a:pt x="36" y="1"/>
                </a:moveTo>
                <a:cubicBezTo>
                  <a:pt x="27" y="1"/>
                  <a:pt x="18" y="7"/>
                  <a:pt x="12" y="18"/>
                </a:cubicBezTo>
                <a:cubicBezTo>
                  <a:pt x="1" y="30"/>
                  <a:pt x="1" y="42"/>
                  <a:pt x="12" y="54"/>
                </a:cubicBezTo>
                <a:cubicBezTo>
                  <a:pt x="405" y="590"/>
                  <a:pt x="679" y="1352"/>
                  <a:pt x="703" y="1364"/>
                </a:cubicBezTo>
                <a:cubicBezTo>
                  <a:pt x="679" y="1388"/>
                  <a:pt x="715" y="1388"/>
                  <a:pt x="727" y="1388"/>
                </a:cubicBezTo>
                <a:cubicBezTo>
                  <a:pt x="739" y="1364"/>
                  <a:pt x="739" y="1352"/>
                  <a:pt x="739" y="1340"/>
                </a:cubicBezTo>
                <a:cubicBezTo>
                  <a:pt x="739" y="1328"/>
                  <a:pt x="453" y="554"/>
                  <a:pt x="60" y="18"/>
                </a:cubicBezTo>
                <a:cubicBezTo>
                  <a:pt x="54" y="7"/>
                  <a:pt x="45" y="1"/>
                  <a:pt x="36" y="1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"/>
          <p:cNvSpPr/>
          <p:nvPr/>
        </p:nvSpPr>
        <p:spPr>
          <a:xfrm>
            <a:off x="12634741" y="984406"/>
            <a:ext cx="165975" cy="226210"/>
          </a:xfrm>
          <a:custGeom>
            <a:rect b="b" l="l" r="r" t="t"/>
            <a:pathLst>
              <a:path extrusionOk="0" h="1153" w="846">
                <a:moveTo>
                  <a:pt x="804" y="0"/>
                </a:moveTo>
                <a:cubicBezTo>
                  <a:pt x="798" y="0"/>
                  <a:pt x="792" y="3"/>
                  <a:pt x="786" y="9"/>
                </a:cubicBezTo>
                <a:cubicBezTo>
                  <a:pt x="751" y="21"/>
                  <a:pt x="179" y="497"/>
                  <a:pt x="1" y="1116"/>
                </a:cubicBezTo>
                <a:cubicBezTo>
                  <a:pt x="1" y="1128"/>
                  <a:pt x="1" y="1140"/>
                  <a:pt x="24" y="1152"/>
                </a:cubicBezTo>
                <a:cubicBezTo>
                  <a:pt x="24" y="1140"/>
                  <a:pt x="36" y="1140"/>
                  <a:pt x="60" y="1140"/>
                </a:cubicBezTo>
                <a:lnTo>
                  <a:pt x="72" y="1128"/>
                </a:lnTo>
                <a:cubicBezTo>
                  <a:pt x="251" y="533"/>
                  <a:pt x="822" y="57"/>
                  <a:pt x="822" y="57"/>
                </a:cubicBezTo>
                <a:cubicBezTo>
                  <a:pt x="846" y="45"/>
                  <a:pt x="846" y="21"/>
                  <a:pt x="822" y="9"/>
                </a:cubicBezTo>
                <a:cubicBezTo>
                  <a:pt x="816" y="3"/>
                  <a:pt x="810" y="0"/>
                  <a:pt x="804" y="0"/>
                </a:cubicBezTo>
                <a:close/>
              </a:path>
            </a:pathLst>
          </a:custGeom>
          <a:solidFill>
            <a:srgbClr val="FEF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"/>
          <p:cNvSpPr/>
          <p:nvPr/>
        </p:nvSpPr>
        <p:spPr>
          <a:xfrm>
            <a:off x="12359096" y="2644566"/>
            <a:ext cx="116928" cy="53953"/>
          </a:xfrm>
          <a:custGeom>
            <a:rect b="b" l="l" r="r" t="t"/>
            <a:pathLst>
              <a:path extrusionOk="0" fill="none" h="275" w="596">
                <a:moveTo>
                  <a:pt x="1" y="274"/>
                </a:moveTo>
                <a:cubicBezTo>
                  <a:pt x="191" y="179"/>
                  <a:pt x="394" y="96"/>
                  <a:pt x="596" y="0"/>
                </a:cubicBezTo>
              </a:path>
            </a:pathLst>
          </a:custGeom>
          <a:noFill/>
          <a:ln cap="rnd" cmpd="sng" w="9525">
            <a:solidFill>
              <a:srgbClr val="2AB5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"/>
          <p:cNvSpPr txBox="1"/>
          <p:nvPr>
            <p:ph type="ctrTitle"/>
          </p:nvPr>
        </p:nvSpPr>
        <p:spPr>
          <a:xfrm>
            <a:off x="931500" y="1210625"/>
            <a:ext cx="7281000" cy="21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 sz="5000"/>
              <a:t>MVC 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lang="pt-BR" sz="5000"/>
              <a:t>(Model View Controller)</a:t>
            </a:r>
            <a:endParaRPr sz="5000"/>
          </a:p>
        </p:txBody>
      </p:sp>
      <p:grpSp>
        <p:nvGrpSpPr>
          <p:cNvPr id="488" name="Google Shape;488;p1"/>
          <p:cNvGrpSpPr/>
          <p:nvPr/>
        </p:nvGrpSpPr>
        <p:grpSpPr>
          <a:xfrm>
            <a:off x="888012" y="1440674"/>
            <a:ext cx="300359" cy="299855"/>
            <a:chOff x="1466575" y="2391250"/>
            <a:chExt cx="59575" cy="59475"/>
          </a:xfrm>
        </p:grpSpPr>
        <p:sp>
          <p:nvSpPr>
            <p:cNvPr id="489" name="Google Shape;489;p1"/>
            <p:cNvSpPr/>
            <p:nvPr/>
          </p:nvSpPr>
          <p:spPr>
            <a:xfrm>
              <a:off x="1491600" y="2391250"/>
              <a:ext cx="9425" cy="59475"/>
            </a:xfrm>
            <a:custGeom>
              <a:rect b="b" l="l" r="r" t="t"/>
              <a:pathLst>
                <a:path extrusionOk="0" h="2379" w="377">
                  <a:moveTo>
                    <a:pt x="0" y="1"/>
                  </a:moveTo>
                  <a:lnTo>
                    <a:pt x="0" y="2379"/>
                  </a:lnTo>
                  <a:lnTo>
                    <a:pt x="377" y="2379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"/>
            <p:cNvSpPr/>
            <p:nvPr/>
          </p:nvSpPr>
          <p:spPr>
            <a:xfrm>
              <a:off x="1466575" y="2416275"/>
              <a:ext cx="59575" cy="9425"/>
            </a:xfrm>
            <a:custGeom>
              <a:rect b="b" l="l" r="r" t="t"/>
              <a:pathLst>
                <a:path extrusionOk="0" h="377" w="2383">
                  <a:moveTo>
                    <a:pt x="1" y="1"/>
                  </a:moveTo>
                  <a:lnTo>
                    <a:pt x="1" y="377"/>
                  </a:lnTo>
                  <a:lnTo>
                    <a:pt x="2382" y="377"/>
                  </a:lnTo>
                  <a:lnTo>
                    <a:pt x="23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"/>
          <p:cNvSpPr txBox="1"/>
          <p:nvPr>
            <p:ph idx="9"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CONTEÚDO</a:t>
            </a:r>
            <a:endParaRPr/>
          </a:p>
        </p:txBody>
      </p:sp>
      <p:sp>
        <p:nvSpPr>
          <p:cNvPr id="496" name="Google Shape;496;p2"/>
          <p:cNvSpPr txBox="1"/>
          <p:nvPr>
            <p:ph type="title"/>
          </p:nvPr>
        </p:nvSpPr>
        <p:spPr>
          <a:xfrm>
            <a:off x="210087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01</a:t>
            </a:r>
            <a:endParaRPr/>
          </a:p>
        </p:txBody>
      </p:sp>
      <p:sp>
        <p:nvSpPr>
          <p:cNvPr id="497" name="Google Shape;497;p2"/>
          <p:cNvSpPr txBox="1"/>
          <p:nvPr>
            <p:ph idx="1" type="subTitle"/>
          </p:nvPr>
        </p:nvSpPr>
        <p:spPr>
          <a:xfrm>
            <a:off x="1234025" y="1940666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/>
              <a:t>DEFINIÇÃO</a:t>
            </a:r>
            <a:endParaRPr/>
          </a:p>
        </p:txBody>
      </p:sp>
      <p:sp>
        <p:nvSpPr>
          <p:cNvPr id="498" name="Google Shape;498;p2"/>
          <p:cNvSpPr txBox="1"/>
          <p:nvPr>
            <p:ph idx="3" type="title"/>
          </p:nvPr>
        </p:nvSpPr>
        <p:spPr>
          <a:xfrm>
            <a:off x="5958325" y="12780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02</a:t>
            </a:r>
            <a:endParaRPr/>
          </a:p>
        </p:txBody>
      </p:sp>
      <p:sp>
        <p:nvSpPr>
          <p:cNvPr id="499" name="Google Shape;499;p2"/>
          <p:cNvSpPr txBox="1"/>
          <p:nvPr>
            <p:ph idx="4" type="subTitle"/>
          </p:nvPr>
        </p:nvSpPr>
        <p:spPr>
          <a:xfrm>
            <a:off x="5091475" y="1940672"/>
            <a:ext cx="3046685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1900"/>
              <a:t>MODEL</a:t>
            </a:r>
            <a:endParaRPr sz="1900"/>
          </a:p>
        </p:txBody>
      </p:sp>
      <p:sp>
        <p:nvSpPr>
          <p:cNvPr id="500" name="Google Shape;500;p2"/>
          <p:cNvSpPr txBox="1"/>
          <p:nvPr>
            <p:ph type="title"/>
          </p:nvPr>
        </p:nvSpPr>
        <p:spPr>
          <a:xfrm>
            <a:off x="2100875" y="29958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03</a:t>
            </a:r>
            <a:endParaRPr/>
          </a:p>
        </p:txBody>
      </p:sp>
      <p:sp>
        <p:nvSpPr>
          <p:cNvPr id="501" name="Google Shape;501;p2"/>
          <p:cNvSpPr txBox="1"/>
          <p:nvPr>
            <p:ph idx="1" type="subTitle"/>
          </p:nvPr>
        </p:nvSpPr>
        <p:spPr>
          <a:xfrm>
            <a:off x="1234025" y="3567191"/>
            <a:ext cx="281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1800"/>
              <a:t>VIEW</a:t>
            </a:r>
            <a:endParaRPr sz="1800"/>
          </a:p>
        </p:txBody>
      </p:sp>
      <p:sp>
        <p:nvSpPr>
          <p:cNvPr id="502" name="Google Shape;502;p2"/>
          <p:cNvSpPr txBox="1"/>
          <p:nvPr>
            <p:ph idx="3" type="title"/>
          </p:nvPr>
        </p:nvSpPr>
        <p:spPr>
          <a:xfrm>
            <a:off x="5958325" y="2995811"/>
            <a:ext cx="10848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04</a:t>
            </a:r>
            <a:endParaRPr/>
          </a:p>
        </p:txBody>
      </p:sp>
      <p:sp>
        <p:nvSpPr>
          <p:cNvPr id="503" name="Google Shape;503;p2"/>
          <p:cNvSpPr txBox="1"/>
          <p:nvPr>
            <p:ph idx="4" type="subTitle"/>
          </p:nvPr>
        </p:nvSpPr>
        <p:spPr>
          <a:xfrm>
            <a:off x="5091475" y="3658472"/>
            <a:ext cx="3046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pt-BR" sz="1900"/>
              <a:t>CONTROLLER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 DEFINIÇÃO</a:t>
            </a:r>
            <a:endParaRPr/>
          </a:p>
        </p:txBody>
      </p:sp>
      <p:sp>
        <p:nvSpPr>
          <p:cNvPr id="509" name="Google Shape;509;p3"/>
          <p:cNvSpPr txBox="1"/>
          <p:nvPr>
            <p:ph idx="2" type="title"/>
          </p:nvPr>
        </p:nvSpPr>
        <p:spPr>
          <a:xfrm>
            <a:off x="3915450" y="1163052"/>
            <a:ext cx="1313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"/>
          <p:cNvSpPr txBox="1"/>
          <p:nvPr>
            <p:ph idx="1" type="subTitle"/>
          </p:nvPr>
        </p:nvSpPr>
        <p:spPr>
          <a:xfrm>
            <a:off x="713370" y="1982860"/>
            <a:ext cx="48504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MVC é um padrão de arquitetura de software que separa um programa em três camadas principais. Ele ajuda a organizar o código, separar responsabilidades e facilitar a manutenção.</a:t>
            </a:r>
            <a:endParaRPr sz="1800"/>
          </a:p>
        </p:txBody>
      </p:sp>
      <p:sp>
        <p:nvSpPr>
          <p:cNvPr id="515" name="Google Shape;515;p4"/>
          <p:cNvSpPr txBox="1"/>
          <p:nvPr>
            <p:ph type="title"/>
          </p:nvPr>
        </p:nvSpPr>
        <p:spPr>
          <a:xfrm>
            <a:off x="713370" y="1215677"/>
            <a:ext cx="47325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O QUE É MVC?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1b55dbcd4_0_1"/>
          <p:cNvSpPr txBox="1"/>
          <p:nvPr>
            <p:ph type="title"/>
          </p:nvPr>
        </p:nvSpPr>
        <p:spPr>
          <a:xfrm>
            <a:off x="1320300" y="2229458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/>
              <a:t>MODEL</a:t>
            </a:r>
            <a:endParaRPr/>
          </a:p>
        </p:txBody>
      </p:sp>
      <p:sp>
        <p:nvSpPr>
          <p:cNvPr id="521" name="Google Shape;521;g361b55dbcd4_0_1"/>
          <p:cNvSpPr txBox="1"/>
          <p:nvPr>
            <p:ph idx="2" type="title"/>
          </p:nvPr>
        </p:nvSpPr>
        <p:spPr>
          <a:xfrm>
            <a:off x="3868950" y="1163050"/>
            <a:ext cx="14061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617bb5a9ba_0_3"/>
          <p:cNvSpPr txBox="1"/>
          <p:nvPr>
            <p:ph idx="2" type="subTitle"/>
          </p:nvPr>
        </p:nvSpPr>
        <p:spPr>
          <a:xfrm>
            <a:off x="1555800" y="2415225"/>
            <a:ext cx="60324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Responsável pelos dados e pela lógica de negócio.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Define as entidades do sistema (como Funcionario, Produto, etc).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Também inclui a comunicação com o banco de dados, por meio do DAO (Data Access Object).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Pode conter validações (ex: impedir valores negativos, campos vazios...).</a:t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27" name="Google Shape;527;g3617bb5a9ba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 Model (Modelo)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61b55dbcd4_0_55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300"/>
              <a:t>CONTROLLER</a:t>
            </a:r>
            <a:endParaRPr sz="5300"/>
          </a:p>
        </p:txBody>
      </p:sp>
      <p:sp>
        <p:nvSpPr>
          <p:cNvPr id="533" name="Google Shape;533;g361b55dbcd4_0_55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66e6f55326_0_3"/>
          <p:cNvSpPr txBox="1"/>
          <p:nvPr>
            <p:ph idx="2" type="subTitle"/>
          </p:nvPr>
        </p:nvSpPr>
        <p:spPr>
          <a:xfrm>
            <a:off x="1555800" y="2415225"/>
            <a:ext cx="60324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Responsável por controlar o fluxo da aplicação.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Recebe comandos da View.</a:t>
            </a:r>
            <a:br>
              <a:rPr lang="pt-BR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Processa regras de negócio (se necessário).</a:t>
            </a:r>
            <a:br>
              <a:rPr lang="pt-BR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Usa o Model/DAO para acessar ou modificar os dados.</a:t>
            </a:r>
            <a:br>
              <a:rPr lang="pt-BR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Retorna uma resposta para a View.</a:t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9" name="Google Shape;539;g366e6f55326_0_3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Controller (Controle)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17bb5a9ba_0_22"/>
          <p:cNvSpPr txBox="1"/>
          <p:nvPr>
            <p:ph type="title"/>
          </p:nvPr>
        </p:nvSpPr>
        <p:spPr>
          <a:xfrm>
            <a:off x="1320300" y="2096633"/>
            <a:ext cx="65034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pt-BR" sz="4300"/>
              <a:t>VIEW</a:t>
            </a:r>
            <a:endParaRPr sz="5300"/>
          </a:p>
        </p:txBody>
      </p:sp>
      <p:sp>
        <p:nvSpPr>
          <p:cNvPr id="545" name="Google Shape;545;g3617bb5a9ba_0_22"/>
          <p:cNvSpPr txBox="1"/>
          <p:nvPr>
            <p:ph idx="2" type="title"/>
          </p:nvPr>
        </p:nvSpPr>
        <p:spPr>
          <a:xfrm>
            <a:off x="3790000" y="1163050"/>
            <a:ext cx="14937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04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66e6f55326_0_8"/>
          <p:cNvSpPr txBox="1"/>
          <p:nvPr>
            <p:ph idx="2" type="subTitle"/>
          </p:nvPr>
        </p:nvSpPr>
        <p:spPr>
          <a:xfrm>
            <a:off x="1555800" y="2415225"/>
            <a:ext cx="60324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Responsável pela interação com o usuário.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Apresenta menus e mensagens.</a:t>
            </a:r>
            <a:br>
              <a:rPr lang="pt-BR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Coleta inputs.</a:t>
            </a:r>
            <a:br>
              <a:rPr lang="pt-BR" sz="1900"/>
            </a:b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pt-BR" sz="1900"/>
              <a:t>Exibe resultados (dados retornados pelo Controller).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51" name="Google Shape;551;g366e6f55326_0_8"/>
          <p:cNvSpPr txBox="1"/>
          <p:nvPr>
            <p:ph idx="9" type="title"/>
          </p:nvPr>
        </p:nvSpPr>
        <p:spPr>
          <a:xfrm>
            <a:off x="720000" y="15145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pt-BR"/>
              <a:t>View (Visualização ou Interface)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g366e6f55326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275" y="929388"/>
            <a:ext cx="6569450" cy="3284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9525">
              <a:schemeClr val="dk2"/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0"/>
          <p:cNvSpPr txBox="1"/>
          <p:nvPr/>
        </p:nvSpPr>
        <p:spPr>
          <a:xfrm>
            <a:off x="2779350" y="4208208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20"/>
          <p:cNvSpPr txBox="1"/>
          <p:nvPr>
            <p:ph type="title"/>
          </p:nvPr>
        </p:nvSpPr>
        <p:spPr>
          <a:xfrm>
            <a:off x="2483145" y="2085300"/>
            <a:ext cx="417771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 Evolution of Invention in Canada Thesis by Slidesgo">
  <a:themeElements>
    <a:clrScheme name="Simple Light">
      <a:dk1>
        <a:srgbClr val="E3EEED"/>
      </a:dk1>
      <a:lt1>
        <a:srgbClr val="383536"/>
      </a:lt1>
      <a:dk2>
        <a:srgbClr val="FC2E12"/>
      </a:dk2>
      <a:lt2>
        <a:srgbClr val="C1D6CE"/>
      </a:lt2>
      <a:accent1>
        <a:srgbClr val="64818C"/>
      </a:accent1>
      <a:accent2>
        <a:srgbClr val="DD4815"/>
      </a:accent2>
      <a:accent3>
        <a:srgbClr val="24A364"/>
      </a:accent3>
      <a:accent4>
        <a:srgbClr val="FFFFFF"/>
      </a:accent4>
      <a:accent5>
        <a:srgbClr val="FFFFFF"/>
      </a:accent5>
      <a:accent6>
        <a:srgbClr val="FFFFFF"/>
      </a:accent6>
      <a:hlink>
        <a:srgbClr val="38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