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redoka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Palanquin Dark"/>
      <p:regular r:id="rId20"/>
      <p:bold r:id="rId21"/>
    </p:embeddedFont>
    <p:embeddedFont>
      <p:font typeface="Orbitron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yYoWBKGm3GdjS9tegh596ZoCwq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aulo Victo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lanquinDark-regular.fntdata"/><Relationship Id="rId11" Type="http://schemas.openxmlformats.org/officeDocument/2006/relationships/slide" Target="slides/slide6.xml"/><Relationship Id="rId22" Type="http://schemas.openxmlformats.org/officeDocument/2006/relationships/font" Target="fonts/Orbitron-regular.fntdata"/><Relationship Id="rId10" Type="http://schemas.openxmlformats.org/officeDocument/2006/relationships/slide" Target="slides/slide5.xml"/><Relationship Id="rId21" Type="http://schemas.openxmlformats.org/officeDocument/2006/relationships/font" Target="fonts/PalanquinDark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rbitron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redoka-bold.fntdata"/><Relationship Id="rId14" Type="http://schemas.openxmlformats.org/officeDocument/2006/relationships/font" Target="fonts/Fredoka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09T13:22:15.863">
    <p:pos x="6000" y="0"/>
    <p:text>class Calculadora:
@staticmethod
def somar(a, b):
return a + b
@staticmethod
def subtrair(a, b):
return a - b
@staticmethod
def multiplicar(a, b):
return a * b
@staticmethod
def dividir(a, b):
if b == 0:
return "Erro: divisão por zero"
return a / b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lZVmUIc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617bb5a9b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617bb5a9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6207fdbe4f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6207fdbe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61ad1c848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61ad1c84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2"/>
            <p:cNvSpPr/>
            <p:nvPr/>
          </p:nvSpPr>
          <p:spPr>
            <a:xfrm>
              <a:off x="-1901322" y="1923004"/>
              <a:ext cx="2552990" cy="1507257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2"/>
            <p:cNvSpPr/>
            <p:nvPr/>
          </p:nvSpPr>
          <p:spPr>
            <a:xfrm>
              <a:off x="-929521" y="-366300"/>
              <a:ext cx="3031815" cy="200457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2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2"/>
          <p:cNvGrpSpPr/>
          <p:nvPr/>
        </p:nvGrpSpPr>
        <p:grpSpPr>
          <a:xfrm>
            <a:off x="5634700" y="-1073869"/>
            <a:ext cx="7542167" cy="7636641"/>
            <a:chOff x="5482300" y="-1150069"/>
            <a:chExt cx="7542167" cy="7636641"/>
          </a:xfrm>
        </p:grpSpPr>
        <p:sp>
          <p:nvSpPr>
            <p:cNvPr id="30" name="Google Shape;30;p22"/>
            <p:cNvSpPr/>
            <p:nvPr/>
          </p:nvSpPr>
          <p:spPr>
            <a:xfrm flipH="1" rot="10800000">
              <a:off x="6369828" y="-1150069"/>
              <a:ext cx="6654639" cy="7636641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" name="Google Shape;31;p22"/>
            <p:cNvGrpSpPr/>
            <p:nvPr/>
          </p:nvGrpSpPr>
          <p:grpSpPr>
            <a:xfrm flipH="1" rot="10800000">
              <a:off x="6016263" y="1621718"/>
              <a:ext cx="2553081" cy="3705672"/>
              <a:chOff x="6769513" y="299393"/>
              <a:chExt cx="1308620" cy="1899526"/>
            </a:xfrm>
          </p:grpSpPr>
          <p:sp>
            <p:nvSpPr>
              <p:cNvPr id="32" name="Google Shape;32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2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" name="Google Shape;48;p22"/>
            <p:cNvSpPr/>
            <p:nvPr/>
          </p:nvSpPr>
          <p:spPr>
            <a:xfrm flipH="1" rot="10800000">
              <a:off x="7424539" y="4645063"/>
              <a:ext cx="727773" cy="727773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22"/>
          <p:cNvSpPr txBox="1"/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2" type="subTitle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23"/>
          <p:cNvSpPr txBox="1"/>
          <p:nvPr>
            <p:ph idx="4" type="subTitle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5" type="subTitle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23"/>
          <p:cNvSpPr txBox="1"/>
          <p:nvPr>
            <p:ph idx="7" type="subTitle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8" type="subTitle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3" type="title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23"/>
          <p:cNvSpPr txBox="1"/>
          <p:nvPr>
            <p:ph idx="14" type="subTitle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5" type="subTitle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65" name="Google Shape;65;p2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66" name="Google Shape;66;p23"/>
            <p:cNvSpPr/>
            <p:nvPr/>
          </p:nvSpPr>
          <p:spPr>
            <a:xfrm>
              <a:off x="-3389800" y="-360873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23"/>
            <p:cNvGrpSpPr/>
            <p:nvPr/>
          </p:nvGrpSpPr>
          <p:grpSpPr>
            <a:xfrm>
              <a:off x="-1419600" y="387590"/>
              <a:ext cx="2381712" cy="3328976"/>
              <a:chOff x="7655072" y="-407632"/>
              <a:chExt cx="2008528" cy="2807367"/>
            </a:xfrm>
          </p:grpSpPr>
          <p:sp>
            <p:nvSpPr>
              <p:cNvPr id="68" name="Google Shape;68;p2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74" name="Google Shape;74;p2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2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77" name="Google Shape;77;p2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" name="Google Shape;80;p2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81" name="Google Shape;81;p23"/>
            <p:cNvSpPr/>
            <p:nvPr/>
          </p:nvSpPr>
          <p:spPr>
            <a:xfrm>
              <a:off x="6133478" y="-10886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2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83" name="Google Shape;83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23"/>
            <p:cNvGrpSpPr/>
            <p:nvPr/>
          </p:nvGrpSpPr>
          <p:grpSpPr>
            <a:xfrm>
              <a:off x="8389396" y="1055350"/>
              <a:ext cx="1228885" cy="2188720"/>
              <a:chOff x="8389396" y="1055350"/>
              <a:chExt cx="1228885" cy="2188720"/>
            </a:xfrm>
          </p:grpSpPr>
          <p:sp>
            <p:nvSpPr>
              <p:cNvPr id="92" name="Google Shape;92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4"/>
          <p:cNvGrpSpPr/>
          <p:nvPr/>
        </p:nvGrpSpPr>
        <p:grpSpPr>
          <a:xfrm>
            <a:off x="-1373076" y="-1209900"/>
            <a:ext cx="11890151" cy="7563300"/>
            <a:chOff x="-1373076" y="-1366629"/>
            <a:chExt cx="11890151" cy="7563300"/>
          </a:xfrm>
        </p:grpSpPr>
        <p:sp>
          <p:nvSpPr>
            <p:cNvPr id="96" name="Google Shape;96;p24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" name="Google Shape;97;p24"/>
            <p:cNvGrpSpPr/>
            <p:nvPr/>
          </p:nvGrpSpPr>
          <p:grpSpPr>
            <a:xfrm>
              <a:off x="5467203" y="316173"/>
              <a:ext cx="5049872" cy="5880498"/>
              <a:chOff x="5462123" y="316173"/>
              <a:chExt cx="5049872" cy="5880498"/>
            </a:xfrm>
          </p:grpSpPr>
          <p:sp>
            <p:nvSpPr>
              <p:cNvPr id="98" name="Google Shape;98;p24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rect b="b" l="l" r="r" t="t"/>
                <a:pathLst>
                  <a:path extrusionOk="0" h="13154" w="22289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" name="Google Shape;99;p24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100" name="Google Shape;100;p24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rect b="b" l="l" r="r" t="t"/>
                  <a:pathLst>
                    <a:path extrusionOk="0" h="60996" w="43776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01;p24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rect b="b" l="l" r="r" t="t"/>
                  <a:pathLst>
                    <a:path extrusionOk="0" h="7539" w="7539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24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rect b="b" l="l" r="r" t="t"/>
                  <a:pathLst>
                    <a:path extrusionOk="0" h="1854" w="2158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24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rect b="b" l="l" r="r" t="t"/>
                  <a:pathLst>
                    <a:path extrusionOk="0" h="1849" w="2162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24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rect b="b" l="l" r="r" t="t"/>
                  <a:pathLst>
                    <a:path extrusionOk="0" h="6629" w="11293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5" name="Google Shape;105;p24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-1311941" y="-578758"/>
              <a:ext cx="4078254" cy="2696967"/>
            </a:xfrm>
            <a:custGeom>
              <a:rect b="b" l="l" r="r" t="t"/>
              <a:pathLst>
                <a:path extrusionOk="0" h="20595" w="31143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24"/>
            <p:cNvGrpSpPr/>
            <p:nvPr/>
          </p:nvGrpSpPr>
          <p:grpSpPr>
            <a:xfrm flipH="1">
              <a:off x="1274214" y="4295411"/>
              <a:ext cx="647438" cy="321825"/>
              <a:chOff x="7990044" y="3252744"/>
              <a:chExt cx="516875" cy="256925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24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117" name="Google Shape;117;p24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rect b="b" l="l" r="r" t="t"/>
                <a:pathLst>
                  <a:path extrusionOk="0" h="6326" w="902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4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4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4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rect b="b" l="l" r="r" t="t"/>
                <a:pathLst>
                  <a:path extrusionOk="0" h="11365" w="11393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24"/>
            <p:cNvGrpSpPr/>
            <p:nvPr/>
          </p:nvGrpSpPr>
          <p:grpSpPr>
            <a:xfrm>
              <a:off x="-1373076" y="1927074"/>
              <a:ext cx="2698430" cy="3917462"/>
              <a:chOff x="7726148" y="679122"/>
              <a:chExt cx="2698430" cy="3917462"/>
            </a:xfrm>
          </p:grpSpPr>
          <p:sp>
            <p:nvSpPr>
              <p:cNvPr id="124" name="Google Shape;124;p24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4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rect b="b" l="l" r="r" t="t"/>
                <a:pathLst>
                  <a:path extrusionOk="0" h="1522" w="1774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4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rect b="b" l="l" r="r" t="t"/>
                <a:pathLst>
                  <a:path extrusionOk="0" h="19191" w="12594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4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rect b="b" l="l" r="r" t="t"/>
                <a:pathLst>
                  <a:path extrusionOk="0" h="10589" w="6701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4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131" name="Google Shape;131;p24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4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4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134" name="Google Shape;134;p24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rect b="b" l="l" r="r" t="t"/>
                <a:pathLst>
                  <a:path extrusionOk="0" h="1157" w="1635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4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4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4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" name="Google Shape;139;p24"/>
            <p:cNvSpPr/>
            <p:nvPr/>
          </p:nvSpPr>
          <p:spPr>
            <a:xfrm>
              <a:off x="7306875" y="4600447"/>
              <a:ext cx="2229499" cy="657745"/>
            </a:xfrm>
            <a:custGeom>
              <a:rect b="b" l="l" r="r" t="t"/>
              <a:pathLst>
                <a:path extrusionOk="0" h="6486" w="21985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rect b="b" l="l" r="r" t="t"/>
              <a:pathLst>
                <a:path extrusionOk="0" h="22361" w="15781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4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2" name="Google Shape;142;p24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147" name="Google Shape;147;p25"/>
          <p:cNvGrpSpPr/>
          <p:nvPr/>
        </p:nvGrpSpPr>
        <p:grpSpPr>
          <a:xfrm>
            <a:off x="4590435" y="-1007875"/>
            <a:ext cx="6038601" cy="7441010"/>
            <a:chOff x="4590435" y="-1007875"/>
            <a:chExt cx="6038601" cy="7441010"/>
          </a:xfrm>
        </p:grpSpPr>
        <p:sp>
          <p:nvSpPr>
            <p:cNvPr id="148" name="Google Shape;148;p25"/>
            <p:cNvSpPr/>
            <p:nvPr/>
          </p:nvSpPr>
          <p:spPr>
            <a:xfrm>
              <a:off x="5025290" y="1403608"/>
              <a:ext cx="5603746" cy="5029527"/>
            </a:xfrm>
            <a:custGeom>
              <a:rect b="b" l="l" r="r" t="t"/>
              <a:pathLst>
                <a:path extrusionOk="0" h="62162" w="69259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4590435" y="-831208"/>
              <a:ext cx="5930985" cy="6805915"/>
            </a:xfrm>
            <a:custGeom>
              <a:rect b="b" l="l" r="r" t="t"/>
              <a:pathLst>
                <a:path extrusionOk="0" h="79795" w="69537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25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151" name="Google Shape;151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5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rect b="b" l="l" r="r" t="t"/>
                <a:pathLst>
                  <a:path extrusionOk="0" h="1276" w="1332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5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rect b="b" l="l" r="r" t="t"/>
                <a:pathLst>
                  <a:path extrusionOk="0" h="1276" w="1277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25"/>
            <p:cNvGrpSpPr/>
            <p:nvPr/>
          </p:nvGrpSpPr>
          <p:grpSpPr>
            <a:xfrm>
              <a:off x="5052941" y="-1007875"/>
              <a:ext cx="3372033" cy="3579622"/>
              <a:chOff x="6474042" y="-61911"/>
              <a:chExt cx="4446246" cy="4719966"/>
            </a:xfrm>
          </p:grpSpPr>
          <p:sp>
            <p:nvSpPr>
              <p:cNvPr id="160" name="Google Shape;160;p25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5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rect b="b" l="l" r="r" t="t"/>
                <a:pathLst>
                  <a:path extrusionOk="0" h="5490" w="5491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5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rect b="b" l="l" r="r" t="t"/>
                <a:pathLst>
                  <a:path extrusionOk="0" h="2275" w="2274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5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5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" name="Google Shape;165;p25"/>
            <p:cNvSpPr/>
            <p:nvPr/>
          </p:nvSpPr>
          <p:spPr>
            <a:xfrm>
              <a:off x="7522237" y="-209327"/>
              <a:ext cx="1798786" cy="1791641"/>
            </a:xfrm>
            <a:custGeom>
              <a:rect b="b" l="l" r="r" t="t"/>
              <a:pathLst>
                <a:path extrusionOk="0" h="13974" w="1403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" name="Google Shape;166;p25"/>
            <p:cNvGrpSpPr/>
            <p:nvPr/>
          </p:nvGrpSpPr>
          <p:grpSpPr>
            <a:xfrm>
              <a:off x="6066323" y="845916"/>
              <a:ext cx="3431384" cy="3617770"/>
              <a:chOff x="5563238" y="409147"/>
              <a:chExt cx="4473190" cy="4716164"/>
            </a:xfrm>
          </p:grpSpPr>
          <p:sp>
            <p:nvSpPr>
              <p:cNvPr id="167" name="Google Shape;167;p25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5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rect b="b" l="l" r="r" t="t"/>
                <a:pathLst>
                  <a:path extrusionOk="0" h="5490" w="5547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5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5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rect b="b" l="l" r="r" t="t"/>
                <a:pathLst>
                  <a:path extrusionOk="0" h="2275" w="2275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5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5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rect b="b" l="l" r="r" t="t"/>
                <a:pathLst>
                  <a:path extrusionOk="0" h="13974" w="1403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25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174" name="Google Shape;174;p25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rect b="b" l="l" r="r" t="t"/>
                <a:pathLst>
                  <a:path extrusionOk="0" h="2330" w="389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rect b="b" l="l" r="r" t="t"/>
                <a:pathLst>
                  <a:path extrusionOk="0" h="334" w="233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25"/>
            <p:cNvGrpSpPr/>
            <p:nvPr/>
          </p:nvGrpSpPr>
          <p:grpSpPr>
            <a:xfrm>
              <a:off x="8049231" y="4543486"/>
              <a:ext cx="744776" cy="130184"/>
              <a:chOff x="8829494" y="3047299"/>
              <a:chExt cx="744776" cy="130184"/>
            </a:xfrm>
          </p:grpSpPr>
          <p:sp>
            <p:nvSpPr>
              <p:cNvPr id="177" name="Google Shape;177;p25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25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183" name="Google Shape;183;p25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rect b="b" l="l" r="r" t="t"/>
                <a:pathLst>
                  <a:path extrusionOk="0" h="722" w="4382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rect b="b" l="l" r="r" t="t"/>
                <a:pathLst>
                  <a:path extrusionOk="0" h="722" w="2164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rect b="b" l="l" r="r" t="t"/>
                <a:pathLst>
                  <a:path extrusionOk="0" h="722" w="722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25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187" name="Google Shape;187;p25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rect b="b" l="l" r="r" t="t"/>
                <a:pathLst>
                  <a:path extrusionOk="0" h="9040" w="30499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7"/>
          <p:cNvGrpSpPr/>
          <p:nvPr/>
        </p:nvGrpSpPr>
        <p:grpSpPr>
          <a:xfrm>
            <a:off x="-655997" y="3837819"/>
            <a:ext cx="4859943" cy="2698430"/>
            <a:chOff x="-788304" y="3837819"/>
            <a:chExt cx="4859943" cy="2698430"/>
          </a:xfrm>
        </p:grpSpPr>
        <p:sp>
          <p:nvSpPr>
            <p:cNvPr id="191" name="Google Shape;191;p27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27"/>
            <p:cNvGrpSpPr/>
            <p:nvPr/>
          </p:nvGrpSpPr>
          <p:grpSpPr>
            <a:xfrm flipH="1">
              <a:off x="1320303" y="4461358"/>
              <a:ext cx="647438" cy="321825"/>
              <a:chOff x="7990044" y="3252744"/>
              <a:chExt cx="516875" cy="256925"/>
            </a:xfrm>
          </p:grpSpPr>
          <p:sp>
            <p:nvSpPr>
              <p:cNvPr id="193" name="Google Shape;193;p27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7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7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7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7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27"/>
            <p:cNvGrpSpPr/>
            <p:nvPr/>
          </p:nvGrpSpPr>
          <p:grpSpPr>
            <a:xfrm rot="5400000">
              <a:off x="813121" y="3277731"/>
              <a:ext cx="2698430" cy="3818606"/>
              <a:chOff x="7726148" y="777978"/>
              <a:chExt cx="2698430" cy="3818606"/>
            </a:xfrm>
          </p:grpSpPr>
          <p:sp>
            <p:nvSpPr>
              <p:cNvPr id="202" name="Google Shape;202;p27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5" name="Google Shape;205;p27"/>
          <p:cNvGrpSpPr/>
          <p:nvPr/>
        </p:nvGrpSpPr>
        <p:grpSpPr>
          <a:xfrm flipH="1">
            <a:off x="5745067" y="-1801575"/>
            <a:ext cx="4054930" cy="3690696"/>
            <a:chOff x="-626842" y="-1801575"/>
            <a:chExt cx="4054930" cy="3690696"/>
          </a:xfrm>
        </p:grpSpPr>
        <p:sp>
          <p:nvSpPr>
            <p:cNvPr id="206" name="Google Shape;206;p27"/>
            <p:cNvSpPr/>
            <p:nvPr/>
          </p:nvSpPr>
          <p:spPr>
            <a:xfrm>
              <a:off x="-626842" y="-190870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" name="Google Shape;207;p27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27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213" name="Google Shape;213;p27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5" name="Google Shape;215;p27"/>
          <p:cNvSpPr txBox="1"/>
          <p:nvPr>
            <p:ph type="title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1" type="subTitle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2" type="subTitle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3" type="title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27"/>
          <p:cNvSpPr txBox="1"/>
          <p:nvPr>
            <p:ph idx="4" type="subTitle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5" type="subTitle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6" type="title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7" type="subTitle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3" name="Google Shape;223;p27"/>
          <p:cNvSpPr txBox="1"/>
          <p:nvPr>
            <p:ph idx="8" type="subTitle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g361ad1c8480_0_384"/>
          <p:cNvGrpSpPr/>
          <p:nvPr/>
        </p:nvGrpSpPr>
        <p:grpSpPr>
          <a:xfrm>
            <a:off x="-1088076" y="-1000251"/>
            <a:ext cx="3803738" cy="4516378"/>
            <a:chOff x="-1060422" y="-1000251"/>
            <a:chExt cx="3803738" cy="4516378"/>
          </a:xfrm>
        </p:grpSpPr>
        <p:sp>
          <p:nvSpPr>
            <p:cNvPr id="227" name="Google Shape;227;g361ad1c8480_0_384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" name="Google Shape;228;g361ad1c8480_0_384"/>
            <p:cNvGrpSpPr/>
            <p:nvPr/>
          </p:nvGrpSpPr>
          <p:grpSpPr>
            <a:xfrm>
              <a:off x="945462" y="736364"/>
              <a:ext cx="219510" cy="219124"/>
              <a:chOff x="1466575" y="2391250"/>
              <a:chExt cx="59575" cy="59475"/>
            </a:xfrm>
          </p:grpSpPr>
          <p:sp>
            <p:nvSpPr>
              <p:cNvPr id="229" name="Google Shape;229;g361ad1c8480_0_384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g361ad1c8480_0_384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g361ad1c8480_0_384"/>
            <p:cNvGrpSpPr/>
            <p:nvPr/>
          </p:nvGrpSpPr>
          <p:grpSpPr>
            <a:xfrm>
              <a:off x="-384165" y="-1000251"/>
              <a:ext cx="3127481" cy="4516378"/>
              <a:chOff x="278244" y="-184324"/>
              <a:chExt cx="2358228" cy="3405503"/>
            </a:xfrm>
          </p:grpSpPr>
          <p:grpSp>
            <p:nvGrpSpPr>
              <p:cNvPr id="232" name="Google Shape;232;g361ad1c8480_0_384"/>
              <p:cNvGrpSpPr/>
              <p:nvPr/>
            </p:nvGrpSpPr>
            <p:grpSpPr>
              <a:xfrm>
                <a:off x="278244" y="-184324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3" name="Google Shape;233;g361ad1c8480_0_384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g361ad1c8480_0_384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g361ad1c8480_0_38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g361ad1c8480_0_384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" name="Google Shape;237;g361ad1c8480_0_38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38" name="Google Shape;238;g361ad1c8480_0_38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9" name="Google Shape;239;g361ad1c8480_0_384"/>
          <p:cNvGrpSpPr/>
          <p:nvPr/>
        </p:nvGrpSpPr>
        <p:grpSpPr>
          <a:xfrm>
            <a:off x="265778" y="4373866"/>
            <a:ext cx="4306225" cy="2966903"/>
            <a:chOff x="293431" y="4373866"/>
            <a:chExt cx="4306225" cy="2966903"/>
          </a:xfrm>
        </p:grpSpPr>
        <p:grpSp>
          <p:nvGrpSpPr>
            <p:cNvPr id="240" name="Google Shape;240;g361ad1c8480_0_384"/>
            <p:cNvGrpSpPr/>
            <p:nvPr/>
          </p:nvGrpSpPr>
          <p:grpSpPr>
            <a:xfrm>
              <a:off x="3565699" y="4429964"/>
              <a:ext cx="801674" cy="397824"/>
              <a:chOff x="1622300" y="2291700"/>
              <a:chExt cx="118800" cy="58950"/>
            </a:xfrm>
          </p:grpSpPr>
          <p:sp>
            <p:nvSpPr>
              <p:cNvPr id="241" name="Google Shape;241;g361ad1c8480_0_384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g361ad1c8480_0_384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g361ad1c8480_0_384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g361ad1c8480_0_384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g361ad1c8480_0_384"/>
            <p:cNvGrpSpPr/>
            <p:nvPr/>
          </p:nvGrpSpPr>
          <p:grpSpPr>
            <a:xfrm flipH="1" rot="5400000">
              <a:off x="963092" y="3704205"/>
              <a:ext cx="2966903" cy="4306225"/>
              <a:chOff x="6769513" y="299393"/>
              <a:chExt cx="1308620" cy="1899526"/>
            </a:xfrm>
          </p:grpSpPr>
          <p:sp>
            <p:nvSpPr>
              <p:cNvPr id="250" name="Google Shape;250;g361ad1c8480_0_38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g361ad1c8480_0_38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g361ad1c8480_0_38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g361ad1c8480_0_38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g361ad1c8480_0_38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g361ad1c8480_0_38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6" name="Google Shape;256;g361ad1c8480_0_384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7" name="Google Shape;257;g361ad1c8480_0_384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30"/>
          <p:cNvGrpSpPr/>
          <p:nvPr/>
        </p:nvGrpSpPr>
        <p:grpSpPr>
          <a:xfrm>
            <a:off x="6302380" y="-753973"/>
            <a:ext cx="4838247" cy="8737197"/>
            <a:chOff x="6149980" y="-753973"/>
            <a:chExt cx="4838247" cy="8737197"/>
          </a:xfrm>
        </p:grpSpPr>
        <p:sp>
          <p:nvSpPr>
            <p:cNvPr id="260" name="Google Shape;260;p30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30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262" name="Google Shape;262;p3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30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265" name="Google Shape;265;p3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66" name="Google Shape;266;p3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3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3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3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3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1" name="Google Shape;271;p3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" name="Google Shape;272;p30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3" name="Google Shape;273;p30"/>
            <p:cNvGrpSpPr/>
            <p:nvPr/>
          </p:nvGrpSpPr>
          <p:grpSpPr>
            <a:xfrm>
              <a:off x="7560791" y="3580603"/>
              <a:ext cx="3173104" cy="4402621"/>
              <a:chOff x="2132995" y="960308"/>
              <a:chExt cx="496177" cy="688437"/>
            </a:xfrm>
          </p:grpSpPr>
          <p:sp>
            <p:nvSpPr>
              <p:cNvPr id="274" name="Google Shape;274;p30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0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0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0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0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9" name="Google Shape;279;p30"/>
          <p:cNvGrpSpPr/>
          <p:nvPr/>
        </p:nvGrpSpPr>
        <p:grpSpPr>
          <a:xfrm>
            <a:off x="-2749105" y="-2045482"/>
            <a:ext cx="6654696" cy="9234462"/>
            <a:chOff x="-2596705" y="-2045482"/>
            <a:chExt cx="6654696" cy="9234462"/>
          </a:xfrm>
        </p:grpSpPr>
        <p:grpSp>
          <p:nvGrpSpPr>
            <p:cNvPr id="280" name="Google Shape;280;p30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281" name="Google Shape;281;p3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9" name="Google Shape;289;p30"/>
            <p:cNvSpPr/>
            <p:nvPr/>
          </p:nvSpPr>
          <p:spPr>
            <a:xfrm>
              <a:off x="-2596705" y="-1246603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0" name="Google Shape;290;p30"/>
            <p:cNvGrpSpPr/>
            <p:nvPr/>
          </p:nvGrpSpPr>
          <p:grpSpPr>
            <a:xfrm rot="10800000">
              <a:off x="-1185762" y="-2045482"/>
              <a:ext cx="2901864" cy="4211820"/>
              <a:chOff x="6769513" y="299393"/>
              <a:chExt cx="1308620" cy="1899526"/>
            </a:xfrm>
          </p:grpSpPr>
          <p:sp>
            <p:nvSpPr>
              <p:cNvPr id="291" name="Google Shape;291;p30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0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0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0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0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" name="Google Shape;297;p30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8" name="Google Shape;298;p30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299" name="Google Shape;299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5" name="Google Shape;305;p30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306" name="Google Shape;306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2" name="Google Shape;312;p30"/>
          <p:cNvSpPr txBox="1"/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3" name="Google Shape;313;p30"/>
          <p:cNvSpPr txBox="1"/>
          <p:nvPr>
            <p:ph idx="1" type="subTitle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4" name="Google Shape;314;p30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317" name="Google Shape;317;p2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" name="Google Shape;318;p29"/>
            <p:cNvGrpSpPr/>
            <p:nvPr/>
          </p:nvGrpSpPr>
          <p:grpSpPr>
            <a:xfrm flipH="1">
              <a:off x="8026531" y="1401565"/>
              <a:ext cx="2381712" cy="3328976"/>
              <a:chOff x="7655072" y="-407632"/>
              <a:chExt cx="2008528" cy="2807367"/>
            </a:xfrm>
          </p:grpSpPr>
          <p:sp>
            <p:nvSpPr>
              <p:cNvPr id="319" name="Google Shape;319;p2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2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2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2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2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325" name="Google Shape;325;p2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7" name="Google Shape;327;p2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328" name="Google Shape;328;p2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2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2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1" name="Google Shape;331;p2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332" name="Google Shape;332;p29"/>
            <p:cNvSpPr/>
            <p:nvPr/>
          </p:nvSpPr>
          <p:spPr>
            <a:xfrm>
              <a:off x="-2438675" y="1770046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" name="Google Shape;333;p29"/>
            <p:cNvGrpSpPr/>
            <p:nvPr/>
          </p:nvGrpSpPr>
          <p:grpSpPr>
            <a:xfrm flipH="1" rot="-5400000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334" name="Google Shape;334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2" name="Google Shape;342;p29"/>
            <p:cNvGrpSpPr/>
            <p:nvPr/>
          </p:nvGrpSpPr>
          <p:grpSpPr>
            <a:xfrm flipH="1">
              <a:off x="-408087" y="3405850"/>
              <a:ext cx="1228885" cy="2188720"/>
              <a:chOff x="8389396" y="1055350"/>
              <a:chExt cx="1228885" cy="2188720"/>
            </a:xfrm>
          </p:grpSpPr>
          <p:sp>
            <p:nvSpPr>
              <p:cNvPr id="343" name="Google Shape;343;p2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5" name="Google Shape;345;p29"/>
          <p:cNvSpPr txBox="1"/>
          <p:nvPr>
            <p:ph idx="1" type="body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346" name="Google Shape;346;p29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6"/>
          <p:cNvGrpSpPr/>
          <p:nvPr/>
        </p:nvGrpSpPr>
        <p:grpSpPr>
          <a:xfrm>
            <a:off x="-1088076" y="-1000252"/>
            <a:ext cx="3803739" cy="4516379"/>
            <a:chOff x="-1060422" y="-1000252"/>
            <a:chExt cx="3803739" cy="4516379"/>
          </a:xfrm>
        </p:grpSpPr>
        <p:sp>
          <p:nvSpPr>
            <p:cNvPr id="349" name="Google Shape;349;p26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26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351" name="Google Shape;351;p26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26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354" name="Google Shape;354;p2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55" name="Google Shape;355;p2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56;p2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2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2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2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2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1" name="Google Shape;361;p26"/>
          <p:cNvGrpSpPr/>
          <p:nvPr/>
        </p:nvGrpSpPr>
        <p:grpSpPr>
          <a:xfrm>
            <a:off x="265777" y="4373873"/>
            <a:ext cx="4306226" cy="2966902"/>
            <a:chOff x="293430" y="4373873"/>
            <a:chExt cx="4306226" cy="2966902"/>
          </a:xfrm>
        </p:grpSpPr>
        <p:grpSp>
          <p:nvGrpSpPr>
            <p:cNvPr id="362" name="Google Shape;362;p26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363" name="Google Shape;363;p26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6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6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26"/>
            <p:cNvGrpSpPr/>
            <p:nvPr/>
          </p:nvGrpSpPr>
          <p:grpSpPr>
            <a:xfrm flipH="1" rot="5400000">
              <a:off x="963092" y="3704211"/>
              <a:ext cx="2966902" cy="4306226"/>
              <a:chOff x="6769513" y="299393"/>
              <a:chExt cx="1308620" cy="1899526"/>
            </a:xfrm>
          </p:grpSpPr>
          <p:sp>
            <p:nvSpPr>
              <p:cNvPr id="372" name="Google Shape;372;p2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" name="Google Shape;378;p26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9" name="Google Shape;379;p26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28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382" name="Google Shape;382;p28"/>
            <p:cNvSpPr/>
            <p:nvPr/>
          </p:nvSpPr>
          <p:spPr>
            <a:xfrm>
              <a:off x="5368428" y="-23718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" name="Google Shape;383;p28"/>
            <p:cNvGrpSpPr/>
            <p:nvPr/>
          </p:nvGrpSpPr>
          <p:grpSpPr>
            <a:xfrm flipH="1" rot="-5400000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384" name="Google Shape;384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2" name="Google Shape;392;p28"/>
            <p:cNvGrpSpPr/>
            <p:nvPr/>
          </p:nvGrpSpPr>
          <p:grpSpPr>
            <a:xfrm>
              <a:off x="8375532" y="539146"/>
              <a:ext cx="1228885" cy="2188720"/>
              <a:chOff x="8389396" y="1055350"/>
              <a:chExt cx="1228885" cy="2188720"/>
            </a:xfrm>
          </p:grpSpPr>
          <p:sp>
            <p:nvSpPr>
              <p:cNvPr id="393" name="Google Shape;393;p2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5" name="Google Shape;395;p28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396" name="Google Shape;396;p28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397" name="Google Shape;397;p2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28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401" name="Google Shape;401;p28"/>
              <p:cNvGrpSpPr/>
              <p:nvPr/>
            </p:nvGrpSpPr>
            <p:grpSpPr>
              <a:xfrm>
                <a:off x="-1553565" y="387590"/>
                <a:ext cx="2381712" cy="3328976"/>
                <a:chOff x="7655072" y="-407632"/>
                <a:chExt cx="2008528" cy="2807367"/>
              </a:xfrm>
            </p:grpSpPr>
            <p:sp>
              <p:nvSpPr>
                <p:cNvPr id="402" name="Google Shape;402;p28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rect b="b" l="l" r="r" t="t"/>
                  <a:pathLst>
                    <a:path extrusionOk="0" h="45293" w="32508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28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rect b="b" l="l" r="r" t="t"/>
                  <a:pathLst>
                    <a:path extrusionOk="0" h="5600" w="5597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28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rect b="b" l="l" r="r" t="t"/>
                  <a:pathLst>
                    <a:path extrusionOk="0" h="1373" w="1374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28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rect b="b" l="l" r="r" t="t"/>
                  <a:pathLst>
                    <a:path extrusionOk="0" h="1377" w="1606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28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rect b="b" l="l" r="r" t="t"/>
                  <a:pathLst>
                    <a:path extrusionOk="0" h="4924" w="8383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28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408" name="Google Shape;408;p28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rect b="b" l="l" r="r" t="t"/>
                  <a:pathLst>
                    <a:path extrusionOk="0" h="82432" w="71832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28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rect b="b" l="l" r="r" t="t"/>
                  <a:pathLst>
                    <a:path extrusionOk="0" h="17609" w="9972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10" name="Google Shape;410;p28"/>
          <p:cNvSpPr txBox="1"/>
          <p:nvPr>
            <p:ph idx="1" type="subTitle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1" name="Google Shape;411;p28"/>
          <p:cNvSpPr txBox="1"/>
          <p:nvPr>
            <p:ph idx="2" type="subTitle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2" name="Google Shape;412;p28"/>
          <p:cNvSpPr txBox="1"/>
          <p:nvPr>
            <p:ph idx="3" type="subTitle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3" name="Google Shape;413;p28"/>
          <p:cNvSpPr txBox="1"/>
          <p:nvPr>
            <p:ph idx="4" type="subTitle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415" name="Google Shape;415;p28"/>
          <p:cNvSpPr txBox="1"/>
          <p:nvPr>
            <p:ph idx="5" type="title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6" name="Google Shape;416;p28"/>
          <p:cNvSpPr txBox="1"/>
          <p:nvPr>
            <p:ph idx="6" type="title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2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420" name="Google Shape;420;p32"/>
            <p:cNvSpPr/>
            <p:nvPr/>
          </p:nvSpPr>
          <p:spPr>
            <a:xfrm>
              <a:off x="-1296571" y="0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" name="Google Shape;421;p32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422" name="Google Shape;422;p3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423" name="Google Shape;423;p3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3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3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3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3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8" name="Google Shape;428;p3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9" name="Google Shape;429;p32"/>
          <p:cNvGrpSpPr/>
          <p:nvPr/>
        </p:nvGrpSpPr>
        <p:grpSpPr>
          <a:xfrm>
            <a:off x="5245253" y="-441860"/>
            <a:ext cx="6654696" cy="9380357"/>
            <a:chOff x="5245253" y="-441860"/>
            <a:chExt cx="6654696" cy="9380357"/>
          </a:xfrm>
        </p:grpSpPr>
        <p:sp>
          <p:nvSpPr>
            <p:cNvPr id="430" name="Google Shape;430;p32"/>
            <p:cNvSpPr/>
            <p:nvPr/>
          </p:nvSpPr>
          <p:spPr>
            <a:xfrm flipH="1" rot="10800000">
              <a:off x="5245253" y="1301790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" name="Google Shape;431;p32"/>
            <p:cNvGrpSpPr/>
            <p:nvPr/>
          </p:nvGrpSpPr>
          <p:grpSpPr>
            <a:xfrm flipH="1">
              <a:off x="8418770" y="-441860"/>
              <a:ext cx="2708843" cy="3931640"/>
              <a:chOff x="6769513" y="299393"/>
              <a:chExt cx="1308620" cy="1899526"/>
            </a:xfrm>
          </p:grpSpPr>
          <p:sp>
            <p:nvSpPr>
              <p:cNvPr id="432" name="Google Shape;432;p3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" name="Google Shape;438;p3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 flipH="1" rot="10800000">
              <a:off x="8796218" y="3575323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3"/>
          <p:cNvGrpSpPr/>
          <p:nvPr/>
        </p:nvGrpSpPr>
        <p:grpSpPr>
          <a:xfrm flipH="1" rot="10800000">
            <a:off x="8002875" y="-893617"/>
            <a:ext cx="1599392" cy="2188720"/>
            <a:chOff x="8051125" y="4018221"/>
            <a:chExt cx="1599392" cy="2188720"/>
          </a:xfrm>
        </p:grpSpPr>
        <p:sp>
          <p:nvSpPr>
            <p:cNvPr id="442" name="Google Shape;442;p33"/>
            <p:cNvSpPr/>
            <p:nvPr/>
          </p:nvSpPr>
          <p:spPr>
            <a:xfrm>
              <a:off x="8051125" y="4157250"/>
              <a:ext cx="1311339" cy="1311189"/>
            </a:xfrm>
            <a:custGeom>
              <a:rect b="b" l="l" r="r" t="t"/>
              <a:pathLst>
                <a:path extrusionOk="0" h="8762" w="8763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p33"/>
            <p:cNvGrpSpPr/>
            <p:nvPr/>
          </p:nvGrpSpPr>
          <p:grpSpPr>
            <a:xfrm>
              <a:off x="8421632" y="4018221"/>
              <a:ext cx="1228885" cy="2188720"/>
              <a:chOff x="8389396" y="1055350"/>
              <a:chExt cx="1228885" cy="2188720"/>
            </a:xfrm>
          </p:grpSpPr>
          <p:sp>
            <p:nvSpPr>
              <p:cNvPr id="444" name="Google Shape;444;p3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3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447" name="Google Shape;447;p3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448" name="Google Shape;448;p3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rect b="b" l="l" r="r" t="t"/>
                <a:pathLst>
                  <a:path extrusionOk="0" h="82432" w="71832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p33"/>
            <p:cNvGrpSpPr/>
            <p:nvPr/>
          </p:nvGrpSpPr>
          <p:grpSpPr>
            <a:xfrm flipH="1" rot="-5400000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451" name="Google Shape;451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3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g3617bb5a9ba_0_411"/>
          <p:cNvGrpSpPr/>
          <p:nvPr/>
        </p:nvGrpSpPr>
        <p:grpSpPr>
          <a:xfrm>
            <a:off x="-1897800" y="-564139"/>
            <a:ext cx="12137626" cy="7877285"/>
            <a:chOff x="-1897800" y="-564139"/>
            <a:chExt cx="12137626" cy="7877285"/>
          </a:xfrm>
        </p:grpSpPr>
        <p:sp>
          <p:nvSpPr>
            <p:cNvPr id="461" name="Google Shape;461;g3617bb5a9ba_0_411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617bb5a9ba_0_411"/>
            <p:cNvSpPr/>
            <p:nvPr/>
          </p:nvSpPr>
          <p:spPr>
            <a:xfrm>
              <a:off x="-1897800" y="1636082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g3617bb5a9ba_0_411"/>
            <p:cNvGrpSpPr/>
            <p:nvPr/>
          </p:nvGrpSpPr>
          <p:grpSpPr>
            <a:xfrm>
              <a:off x="2033622" y="4281745"/>
              <a:ext cx="618213" cy="306426"/>
              <a:chOff x="5989375" y="1843575"/>
              <a:chExt cx="136525" cy="67675"/>
            </a:xfrm>
          </p:grpSpPr>
          <p:sp>
            <p:nvSpPr>
              <p:cNvPr id="464" name="Google Shape;464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17bb5a9ba_0_411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17bb5a9ba_0_411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g3617bb5a9ba_0_411"/>
            <p:cNvGrpSpPr/>
            <p:nvPr/>
          </p:nvGrpSpPr>
          <p:grpSpPr>
            <a:xfrm>
              <a:off x="726170" y="3312113"/>
              <a:ext cx="1228885" cy="2188720"/>
              <a:chOff x="8389396" y="1055350"/>
              <a:chExt cx="1228885" cy="2188720"/>
            </a:xfrm>
          </p:grpSpPr>
          <p:sp>
            <p:nvSpPr>
              <p:cNvPr id="473" name="Google Shape;473;g3617bb5a9ba_0_411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g3617bb5a9ba_0_411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g3617bb5a9ba_0_411"/>
            <p:cNvSpPr/>
            <p:nvPr/>
          </p:nvSpPr>
          <p:spPr>
            <a:xfrm>
              <a:off x="6877775" y="3554813"/>
              <a:ext cx="3075605" cy="2033485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6" name="Google Shape;476;g3617bb5a9ba_0_411"/>
            <p:cNvGrpSpPr/>
            <p:nvPr/>
          </p:nvGrpSpPr>
          <p:grpSpPr>
            <a:xfrm flipH="1" rot="5400000">
              <a:off x="8547291" y="741426"/>
              <a:ext cx="1228900" cy="2156170"/>
              <a:chOff x="455034" y="-121633"/>
              <a:chExt cx="629947" cy="1105275"/>
            </a:xfrm>
          </p:grpSpPr>
          <p:sp>
            <p:nvSpPr>
              <p:cNvPr id="477" name="Google Shape;477;g3617bb5a9ba_0_411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617bb5a9ba_0_411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" name="Google Shape;479;g3617bb5a9ba_0_411"/>
            <p:cNvGrpSpPr/>
            <p:nvPr/>
          </p:nvGrpSpPr>
          <p:grpSpPr>
            <a:xfrm flipH="1" rot="5400000">
              <a:off x="8103952" y="2323328"/>
              <a:ext cx="471865" cy="38050"/>
              <a:chOff x="6298452" y="2390050"/>
              <a:chExt cx="140725" cy="11350"/>
            </a:xfrm>
          </p:grpSpPr>
          <p:sp>
            <p:nvSpPr>
              <p:cNvPr id="480" name="Google Shape;480;g3617bb5a9ba_0_411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3617bb5a9ba_0_411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3617bb5a9ba_0_411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3" name="Google Shape;483;g3617bb5a9ba_0_411"/>
            <p:cNvGrpSpPr/>
            <p:nvPr/>
          </p:nvGrpSpPr>
          <p:grpSpPr>
            <a:xfrm rot="5400000">
              <a:off x="5977383" y="2664533"/>
              <a:ext cx="2375894" cy="3296648"/>
              <a:chOff x="2132995" y="960308"/>
              <a:chExt cx="496177" cy="688437"/>
            </a:xfrm>
          </p:grpSpPr>
          <p:sp>
            <p:nvSpPr>
              <p:cNvPr id="484" name="Google Shape;484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g3617bb5a9ba_0_411"/>
            <p:cNvGrpSpPr/>
            <p:nvPr/>
          </p:nvGrpSpPr>
          <p:grpSpPr>
            <a:xfrm>
              <a:off x="1592531" y="555358"/>
              <a:ext cx="457202" cy="78377"/>
              <a:chOff x="3029245" y="907035"/>
              <a:chExt cx="129011" cy="22560"/>
            </a:xfrm>
          </p:grpSpPr>
          <p:sp>
            <p:nvSpPr>
              <p:cNvPr id="490" name="Google Shape;490;g3617bb5a9ba_0_411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g3617bb5a9ba_0_411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g3617bb5a9ba_0_411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rect b="b" l="l" r="r" t="t"/>
                <a:pathLst>
                  <a:path extrusionOk="0" h="494" w="699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g3617bb5a9ba_0_411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rect b="b" l="l" r="r" t="t"/>
                <a:pathLst>
                  <a:path extrusionOk="0" h="494" w="69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g3617bb5a9ba_0_411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" name="Google Shape;495;g3617bb5a9ba_0_411"/>
            <p:cNvSpPr/>
            <p:nvPr/>
          </p:nvSpPr>
          <p:spPr>
            <a:xfrm>
              <a:off x="-1478400" y="2"/>
              <a:ext cx="3381525" cy="1996389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g3617bb5a9ba_0_411"/>
            <p:cNvGrpSpPr/>
            <p:nvPr/>
          </p:nvGrpSpPr>
          <p:grpSpPr>
            <a:xfrm flipH="1">
              <a:off x="465008" y="-564139"/>
              <a:ext cx="2374676" cy="2502550"/>
              <a:chOff x="2011428" y="602777"/>
              <a:chExt cx="774292" cy="815987"/>
            </a:xfrm>
          </p:grpSpPr>
          <p:sp>
            <p:nvSpPr>
              <p:cNvPr id="497" name="Google Shape;497;g3617bb5a9ba_0_411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g3617bb5a9ba_0_411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g3617bb5a9ba_0_411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g3617bb5a9ba_0_411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g3617bb5a9ba_0_411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g3617bb5a9ba_0_411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" name="Google Shape;503;g3617bb5a9ba_0_411"/>
            <p:cNvGrpSpPr/>
            <p:nvPr/>
          </p:nvGrpSpPr>
          <p:grpSpPr>
            <a:xfrm flipH="1" rot="5400000">
              <a:off x="7897809" y="-611673"/>
              <a:ext cx="1047647" cy="1867549"/>
              <a:chOff x="4549150" y="1401575"/>
              <a:chExt cx="1183114" cy="2109034"/>
            </a:xfrm>
          </p:grpSpPr>
          <p:sp>
            <p:nvSpPr>
              <p:cNvPr id="504" name="Google Shape;504;g3617bb5a9ba_0_4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rect b="b" l="l" r="r" t="t"/>
                <a:pathLst>
                  <a:path extrusionOk="0" h="1121" w="1309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g3617bb5a9ba_0_4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rect b="b" l="l" r="r" t="t"/>
                <a:pathLst>
                  <a:path extrusionOk="0" h="17609" w="9973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g3617bb5a9ba_0_411"/>
            <p:cNvGrpSpPr/>
            <p:nvPr/>
          </p:nvGrpSpPr>
          <p:grpSpPr>
            <a:xfrm>
              <a:off x="-1552699" y="-385839"/>
              <a:ext cx="2375894" cy="3296648"/>
              <a:chOff x="2132995" y="960308"/>
              <a:chExt cx="496177" cy="688437"/>
            </a:xfrm>
          </p:grpSpPr>
          <p:sp>
            <p:nvSpPr>
              <p:cNvPr id="507" name="Google Shape;507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2" name="Google Shape;512;g3617bb5a9ba_0_411"/>
          <p:cNvSpPr txBox="1"/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b="1" i="0" sz="30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952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"/>
          <p:cNvSpPr txBox="1"/>
          <p:nvPr>
            <p:ph type="ctrTitle"/>
          </p:nvPr>
        </p:nvSpPr>
        <p:spPr>
          <a:xfrm>
            <a:off x="931500" y="1210625"/>
            <a:ext cx="72810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pt-BR" sz="4000"/>
              <a:t>Classes e Métodos Estáticos</a:t>
            </a:r>
            <a:endParaRPr/>
          </a:p>
        </p:txBody>
      </p:sp>
      <p:grpSp>
        <p:nvGrpSpPr>
          <p:cNvPr id="521" name="Google Shape;521;p1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522" name="Google Shape;522;p1"/>
            <p:cNvSpPr/>
            <p:nvPr/>
          </p:nvSpPr>
          <p:spPr>
            <a:xfrm>
              <a:off x="1491600" y="2391250"/>
              <a:ext cx="9425" cy="59475"/>
            </a:xfrm>
            <a:custGeom>
              <a:rect b="b" l="l" r="r" t="t"/>
              <a:pathLst>
                <a:path extrusionOk="0" h="2379" w="377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1466575" y="2416275"/>
              <a:ext cx="59575" cy="9425"/>
            </a:xfrm>
            <a:custGeom>
              <a:rect b="b" l="l" r="r" t="t"/>
              <a:pathLst>
                <a:path extrusionOk="0" h="377" w="2383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CONTEÚDO</a:t>
            </a:r>
            <a:endParaRPr/>
          </a:p>
        </p:txBody>
      </p:sp>
      <p:sp>
        <p:nvSpPr>
          <p:cNvPr id="529" name="Google Shape;529;p2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01</a:t>
            </a:r>
            <a:endParaRPr/>
          </a:p>
        </p:txBody>
      </p:sp>
      <p:sp>
        <p:nvSpPr>
          <p:cNvPr id="530" name="Google Shape;530;p2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MÉTODOS ESTÁTICOS</a:t>
            </a:r>
            <a:endParaRPr/>
          </a:p>
        </p:txBody>
      </p:sp>
      <p:sp>
        <p:nvSpPr>
          <p:cNvPr id="531" name="Google Shape;531;p2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02</a:t>
            </a:r>
            <a:endParaRPr/>
          </a:p>
        </p:txBody>
      </p:sp>
      <p:sp>
        <p:nvSpPr>
          <p:cNvPr id="532" name="Google Shape;532;p2"/>
          <p:cNvSpPr txBox="1"/>
          <p:nvPr>
            <p:ph idx="4" type="subTitle"/>
          </p:nvPr>
        </p:nvSpPr>
        <p:spPr>
          <a:xfrm>
            <a:off x="5091475" y="1940672"/>
            <a:ext cx="3046685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400"/>
              <a:t>EXEMPLO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"/>
          <p:cNvSpPr txBox="1"/>
          <p:nvPr>
            <p:ph type="title"/>
          </p:nvPr>
        </p:nvSpPr>
        <p:spPr>
          <a:xfrm>
            <a:off x="1320300" y="2323358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MÉTODOS ESTÁTICOS</a:t>
            </a:r>
            <a:endParaRPr/>
          </a:p>
        </p:txBody>
      </p:sp>
      <p:sp>
        <p:nvSpPr>
          <p:cNvPr id="538" name="Google Shape;538;p3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"/>
          <p:cNvSpPr txBox="1"/>
          <p:nvPr>
            <p:ph idx="1" type="subTitle"/>
          </p:nvPr>
        </p:nvSpPr>
        <p:spPr>
          <a:xfrm>
            <a:off x="713375" y="2403400"/>
            <a:ext cx="52377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● São úteis para funcionalidades que não dependem de atributos da instância.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● São usados para criar utilitários como cálculos, validações ou manipulações.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800"/>
          </a:p>
        </p:txBody>
      </p:sp>
      <p:sp>
        <p:nvSpPr>
          <p:cNvPr id="544" name="Google Shape;544;p4"/>
          <p:cNvSpPr txBox="1"/>
          <p:nvPr>
            <p:ph type="title"/>
          </p:nvPr>
        </p:nvSpPr>
        <p:spPr>
          <a:xfrm>
            <a:off x="713375" y="1185475"/>
            <a:ext cx="50772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Vantagens de Métodos Estáticos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17bb5a9ba_0_22"/>
          <p:cNvSpPr txBox="1"/>
          <p:nvPr>
            <p:ph type="title"/>
          </p:nvPr>
        </p:nvSpPr>
        <p:spPr>
          <a:xfrm>
            <a:off x="1320300" y="2564208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500"/>
              <a:t>EXEMPLO MÉTODOS ESTÁTICOS</a:t>
            </a:r>
            <a:endParaRPr/>
          </a:p>
        </p:txBody>
      </p:sp>
      <p:sp>
        <p:nvSpPr>
          <p:cNvPr id="550" name="Google Shape;550;g3617bb5a9ba_0_22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6207fdbe4f_0_12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Exemplo 1</a:t>
            </a:r>
            <a:endParaRPr/>
          </a:p>
        </p:txBody>
      </p:sp>
      <p:pic>
        <p:nvPicPr>
          <p:cNvPr id="556" name="Google Shape;556;g36207fdbe4f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2863" y="743650"/>
            <a:ext cx="4078267" cy="40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61ad1c8480_0_0"/>
          <p:cNvSpPr txBox="1"/>
          <p:nvPr>
            <p:ph type="title"/>
          </p:nvPr>
        </p:nvSpPr>
        <p:spPr>
          <a:xfrm>
            <a:off x="974885" y="1351734"/>
            <a:ext cx="35037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800"/>
              <a:t>FAÇAM A LISTA DE EXERCÍCIO:</a:t>
            </a:r>
            <a:br>
              <a:rPr lang="pt-BR" sz="2800"/>
            </a:br>
            <a:br>
              <a:rPr lang="pt-BR" sz="2800">
                <a:solidFill>
                  <a:schemeClr val="dk2"/>
                </a:solidFill>
              </a:rPr>
            </a:br>
            <a:r>
              <a:rPr lang="pt-BR" sz="2800">
                <a:solidFill>
                  <a:schemeClr val="dk2"/>
                </a:solidFill>
              </a:rPr>
              <a:t>Exercícios de POO 5</a:t>
            </a:r>
            <a:endParaRPr/>
          </a:p>
        </p:txBody>
      </p:sp>
      <p:sp>
        <p:nvSpPr>
          <p:cNvPr id="562" name="Google Shape;562;g361ad1c8480_0_0"/>
          <p:cNvSpPr/>
          <p:nvPr/>
        </p:nvSpPr>
        <p:spPr>
          <a:xfrm>
            <a:off x="4905097" y="1017269"/>
            <a:ext cx="3743400" cy="2809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3" name="Google Shape;563;g361ad1c8480_0_0"/>
          <p:cNvGrpSpPr/>
          <p:nvPr/>
        </p:nvGrpSpPr>
        <p:grpSpPr>
          <a:xfrm>
            <a:off x="4905097" y="4262657"/>
            <a:ext cx="3293462" cy="92817"/>
            <a:chOff x="819025" y="3822075"/>
            <a:chExt cx="891450" cy="25125"/>
          </a:xfrm>
        </p:grpSpPr>
        <p:sp>
          <p:nvSpPr>
            <p:cNvPr id="564" name="Google Shape;564;g361ad1c8480_0_0"/>
            <p:cNvSpPr/>
            <p:nvPr/>
          </p:nvSpPr>
          <p:spPr>
            <a:xfrm>
              <a:off x="819025" y="3822375"/>
              <a:ext cx="891450" cy="24825"/>
            </a:xfrm>
            <a:custGeom>
              <a:rect b="b" l="l" r="r" t="t"/>
              <a:pathLst>
                <a:path extrusionOk="0" h="993" w="35658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61ad1c8480_0_0"/>
            <p:cNvSpPr/>
            <p:nvPr/>
          </p:nvSpPr>
          <p:spPr>
            <a:xfrm>
              <a:off x="1235525" y="3823575"/>
              <a:ext cx="134825" cy="14025"/>
            </a:xfrm>
            <a:custGeom>
              <a:rect b="b" l="l" r="r" t="t"/>
              <a:pathLst>
                <a:path extrusionOk="0" h="561" w="5393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61ad1c8480_0_0"/>
            <p:cNvSpPr/>
            <p:nvPr/>
          </p:nvSpPr>
          <p:spPr>
            <a:xfrm>
              <a:off x="1027875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61ad1c8480_0_0"/>
            <p:cNvSpPr/>
            <p:nvPr/>
          </p:nvSpPr>
          <p:spPr>
            <a:xfrm>
              <a:off x="1042475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61ad1c8480_0_0"/>
            <p:cNvSpPr/>
            <p:nvPr/>
          </p:nvSpPr>
          <p:spPr>
            <a:xfrm>
              <a:off x="1057100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61ad1c8480_0_0"/>
            <p:cNvSpPr/>
            <p:nvPr/>
          </p:nvSpPr>
          <p:spPr>
            <a:xfrm>
              <a:off x="10717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61ad1c8480_0_0"/>
            <p:cNvSpPr/>
            <p:nvPr/>
          </p:nvSpPr>
          <p:spPr>
            <a:xfrm>
              <a:off x="10863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IFs de Man Of Steel Meme | Tenor" id="571" name="Google Shape;571;g361ad1c848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150" y="1212246"/>
            <a:ext cx="3479168" cy="2419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0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20"/>
          <p:cNvSpPr txBox="1"/>
          <p:nvPr>
            <p:ph type="title"/>
          </p:nvPr>
        </p:nvSpPr>
        <p:spPr>
          <a:xfrm>
            <a:off x="2483145" y="2085300"/>
            <a:ext cx="417771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