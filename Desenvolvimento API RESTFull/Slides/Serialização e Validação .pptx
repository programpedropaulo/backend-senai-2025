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Fredoka"/>
      <p:regular r:id="rId25"/>
      <p:bold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Palanquin Dark"/>
      <p:regular r:id="rId31"/>
      <p:bold r:id="rId32"/>
    </p:embeddedFont>
    <p:embeddedFont>
      <p:font typeface="Orbitron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Njc2M1O6esOMO5Z1LRSRDx12F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redoka-bold.fntdata"/><Relationship Id="rId25" Type="http://schemas.openxmlformats.org/officeDocument/2006/relationships/font" Target="fonts/Fredoka-regular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alanquinDark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33" Type="http://schemas.openxmlformats.org/officeDocument/2006/relationships/font" Target="fonts/Orbitron-regular.fntdata"/><Relationship Id="rId10" Type="http://schemas.openxmlformats.org/officeDocument/2006/relationships/slide" Target="slides/slide6.xml"/><Relationship Id="rId32" Type="http://schemas.openxmlformats.org/officeDocument/2006/relationships/font" Target="fonts/PalanquinDark-bold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Orbitron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694d1a41f6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694d1a41f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17bb5a9ba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617bb5a9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94d1a41f6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694d1a41f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694d1a41f6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694d1a41f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694d1a41f6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3694d1a41f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694d1a41f6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g3694d1a41f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694d1a41f6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694d1a41f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694d1a41f6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694d1a41f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694d1a41f6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g3694d1a41f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694d1a41f6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694d1a41f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694d1a41f6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694d1a41f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694d1a41f6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694d1a41f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94d1a41f6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694d1a41f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694d1a41f6_0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694d1a41f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694d1a41f6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g3694d1a41f6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694d1a41f6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3694d1a41f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2"/>
            <p:cNvSpPr/>
            <p:nvPr/>
          </p:nvSpPr>
          <p:spPr>
            <a:xfrm>
              <a:off x="-1901322" y="1923004"/>
              <a:ext cx="2552990" cy="1507257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2"/>
            <p:cNvSpPr/>
            <p:nvPr/>
          </p:nvSpPr>
          <p:spPr>
            <a:xfrm>
              <a:off x="-929521" y="-366300"/>
              <a:ext cx="3031815" cy="200457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2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4;p2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;p2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26;p2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" name="Google Shape;28;p2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2"/>
          <p:cNvGrpSpPr/>
          <p:nvPr/>
        </p:nvGrpSpPr>
        <p:grpSpPr>
          <a:xfrm>
            <a:off x="5634700" y="-1073869"/>
            <a:ext cx="7542167" cy="7636641"/>
            <a:chOff x="5482300" y="-1150069"/>
            <a:chExt cx="7542167" cy="7636641"/>
          </a:xfrm>
        </p:grpSpPr>
        <p:sp>
          <p:nvSpPr>
            <p:cNvPr id="30" name="Google Shape;30;p22"/>
            <p:cNvSpPr/>
            <p:nvPr/>
          </p:nvSpPr>
          <p:spPr>
            <a:xfrm flipH="1" rot="10800000">
              <a:off x="6369828" y="-1150069"/>
              <a:ext cx="6654639" cy="7636641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" name="Google Shape;31;p22"/>
            <p:cNvGrpSpPr/>
            <p:nvPr/>
          </p:nvGrpSpPr>
          <p:grpSpPr>
            <a:xfrm flipH="1" rot="10800000">
              <a:off x="6016263" y="1621718"/>
              <a:ext cx="2553081" cy="3705672"/>
              <a:chOff x="6769513" y="299393"/>
              <a:chExt cx="1308620" cy="1899526"/>
            </a:xfrm>
          </p:grpSpPr>
          <p:sp>
            <p:nvSpPr>
              <p:cNvPr id="32" name="Google Shape;32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2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" name="Google Shape;48;p22"/>
            <p:cNvSpPr/>
            <p:nvPr/>
          </p:nvSpPr>
          <p:spPr>
            <a:xfrm flipH="1" rot="10800000">
              <a:off x="7424539" y="4645063"/>
              <a:ext cx="727773" cy="727773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22"/>
          <p:cNvSpPr txBox="1"/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22"/>
          <p:cNvSpPr txBox="1"/>
          <p:nvPr>
            <p:ph idx="1" type="subTitle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24"/>
          <p:cNvGrpSpPr/>
          <p:nvPr/>
        </p:nvGrpSpPr>
        <p:grpSpPr>
          <a:xfrm>
            <a:off x="-1373076" y="-1209900"/>
            <a:ext cx="11890151" cy="7563300"/>
            <a:chOff x="-1373076" y="-1366629"/>
            <a:chExt cx="11890151" cy="7563300"/>
          </a:xfrm>
        </p:grpSpPr>
        <p:sp>
          <p:nvSpPr>
            <p:cNvPr id="53" name="Google Shape;53;p24"/>
            <p:cNvSpPr/>
            <p:nvPr/>
          </p:nvSpPr>
          <p:spPr>
            <a:xfrm flipH="1">
              <a:off x="7225808" y="-184949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" name="Google Shape;54;p24"/>
            <p:cNvGrpSpPr/>
            <p:nvPr/>
          </p:nvGrpSpPr>
          <p:grpSpPr>
            <a:xfrm>
              <a:off x="5467203" y="316173"/>
              <a:ext cx="5049872" cy="5880498"/>
              <a:chOff x="5462123" y="316173"/>
              <a:chExt cx="5049872" cy="5880498"/>
            </a:xfrm>
          </p:grpSpPr>
          <p:sp>
            <p:nvSpPr>
              <p:cNvPr id="55" name="Google Shape;55;p24"/>
              <p:cNvSpPr/>
              <p:nvPr/>
            </p:nvSpPr>
            <p:spPr>
              <a:xfrm>
                <a:off x="6129588" y="3610364"/>
                <a:ext cx="4382407" cy="2586307"/>
              </a:xfrm>
              <a:custGeom>
                <a:rect b="b" l="l" r="r" t="t"/>
                <a:pathLst>
                  <a:path extrusionOk="0" h="13154" w="22289">
                    <a:moveTo>
                      <a:pt x="17041" y="1"/>
                    </a:moveTo>
                    <a:lnTo>
                      <a:pt x="12718" y="4324"/>
                    </a:lnTo>
                    <a:lnTo>
                      <a:pt x="8779" y="4324"/>
                    </a:lnTo>
                    <a:lnTo>
                      <a:pt x="1" y="13102"/>
                    </a:lnTo>
                    <a:lnTo>
                      <a:pt x="8231" y="13154"/>
                    </a:lnTo>
                    <a:lnTo>
                      <a:pt x="10773" y="10612"/>
                    </a:lnTo>
                    <a:lnTo>
                      <a:pt x="11677" y="10612"/>
                    </a:lnTo>
                    <a:lnTo>
                      <a:pt x="2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6" name="Google Shape;56;p24"/>
              <p:cNvGrpSpPr/>
              <p:nvPr/>
            </p:nvGrpSpPr>
            <p:grpSpPr>
              <a:xfrm>
                <a:off x="5462123" y="316173"/>
                <a:ext cx="3851865" cy="5347559"/>
                <a:chOff x="4825133" y="589757"/>
                <a:chExt cx="3851865" cy="5347559"/>
              </a:xfrm>
            </p:grpSpPr>
            <p:sp>
              <p:nvSpPr>
                <p:cNvPr id="57" name="Google Shape;57;p24"/>
                <p:cNvSpPr/>
                <p:nvPr/>
              </p:nvSpPr>
              <p:spPr>
                <a:xfrm>
                  <a:off x="4908115" y="679122"/>
                  <a:ext cx="3676746" cy="5123054"/>
                </a:xfrm>
                <a:custGeom>
                  <a:rect b="b" l="l" r="r" t="t"/>
                  <a:pathLst>
                    <a:path extrusionOk="0" h="60996" w="43776">
                      <a:moveTo>
                        <a:pt x="43432" y="1"/>
                      </a:moveTo>
                      <a:lnTo>
                        <a:pt x="33665" y="9768"/>
                      </a:lnTo>
                      <a:lnTo>
                        <a:pt x="33665" y="36891"/>
                      </a:lnTo>
                      <a:lnTo>
                        <a:pt x="20804" y="49752"/>
                      </a:lnTo>
                      <a:lnTo>
                        <a:pt x="1" y="49752"/>
                      </a:lnTo>
                      <a:lnTo>
                        <a:pt x="1" y="60996"/>
                      </a:lnTo>
                      <a:lnTo>
                        <a:pt x="489" y="60996"/>
                      </a:lnTo>
                      <a:lnTo>
                        <a:pt x="489" y="50240"/>
                      </a:lnTo>
                      <a:lnTo>
                        <a:pt x="21004" y="50240"/>
                      </a:lnTo>
                      <a:lnTo>
                        <a:pt x="21076" y="50168"/>
                      </a:lnTo>
                      <a:lnTo>
                        <a:pt x="34153" y="37091"/>
                      </a:lnTo>
                      <a:lnTo>
                        <a:pt x="34153" y="9972"/>
                      </a:lnTo>
                      <a:lnTo>
                        <a:pt x="43776" y="345"/>
                      </a:lnTo>
                      <a:lnTo>
                        <a:pt x="4343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Google Shape;58;p24"/>
                <p:cNvSpPr/>
                <p:nvPr/>
              </p:nvSpPr>
              <p:spPr>
                <a:xfrm>
                  <a:off x="6907161" y="4010501"/>
                  <a:ext cx="633201" cy="633201"/>
                </a:xfrm>
                <a:custGeom>
                  <a:rect b="b" l="l" r="r" t="t"/>
                  <a:pathLst>
                    <a:path extrusionOk="0" h="7539" w="7539">
                      <a:moveTo>
                        <a:pt x="5389" y="1"/>
                      </a:moveTo>
                      <a:lnTo>
                        <a:pt x="2695" y="2699"/>
                      </a:lnTo>
                      <a:lnTo>
                        <a:pt x="1" y="5393"/>
                      </a:lnTo>
                      <a:lnTo>
                        <a:pt x="1" y="7538"/>
                      </a:lnTo>
                      <a:lnTo>
                        <a:pt x="3767" y="3771"/>
                      </a:lnTo>
                      <a:lnTo>
                        <a:pt x="7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Google Shape;59;p24"/>
                <p:cNvSpPr/>
                <p:nvPr/>
              </p:nvSpPr>
              <p:spPr>
                <a:xfrm>
                  <a:off x="4825133" y="5781599"/>
                  <a:ext cx="181250" cy="155717"/>
                </a:xfrm>
                <a:custGeom>
                  <a:rect b="b" l="l" r="r" t="t"/>
                  <a:pathLst>
                    <a:path extrusionOk="0" h="1854" w="2158">
                      <a:moveTo>
                        <a:pt x="1231" y="490"/>
                      </a:moveTo>
                      <a:cubicBezTo>
                        <a:pt x="1455" y="490"/>
                        <a:pt x="1669" y="663"/>
                        <a:pt x="1669" y="925"/>
                      </a:cubicBezTo>
                      <a:cubicBezTo>
                        <a:pt x="1669" y="1165"/>
                        <a:pt x="1477" y="1362"/>
                        <a:pt x="1237" y="1362"/>
                      </a:cubicBezTo>
                      <a:cubicBezTo>
                        <a:pt x="845" y="1362"/>
                        <a:pt x="653" y="893"/>
                        <a:pt x="925" y="617"/>
                      </a:cubicBezTo>
                      <a:cubicBezTo>
                        <a:pt x="1014" y="529"/>
                        <a:pt x="1124" y="490"/>
                        <a:pt x="1231" y="490"/>
                      </a:cubicBezTo>
                      <a:close/>
                      <a:moveTo>
                        <a:pt x="1237" y="1"/>
                      </a:moveTo>
                      <a:cubicBezTo>
                        <a:pt x="413" y="1"/>
                        <a:pt x="0" y="997"/>
                        <a:pt x="581" y="1582"/>
                      </a:cubicBezTo>
                      <a:cubicBezTo>
                        <a:pt x="769" y="1769"/>
                        <a:pt x="1001" y="1853"/>
                        <a:pt x="1227" y="1853"/>
                      </a:cubicBezTo>
                      <a:cubicBezTo>
                        <a:pt x="1703" y="1853"/>
                        <a:pt x="2158" y="1484"/>
                        <a:pt x="2158" y="925"/>
                      </a:cubicBezTo>
                      <a:cubicBezTo>
                        <a:pt x="2158" y="417"/>
                        <a:pt x="1745" y="5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" name="Google Shape;60;p24"/>
                <p:cNvSpPr/>
                <p:nvPr/>
              </p:nvSpPr>
              <p:spPr>
                <a:xfrm>
                  <a:off x="8495412" y="589757"/>
                  <a:ext cx="181586" cy="155298"/>
                </a:xfrm>
                <a:custGeom>
                  <a:rect b="b" l="l" r="r" t="t"/>
                  <a:pathLst>
                    <a:path extrusionOk="0" h="1849" w="2162">
                      <a:moveTo>
                        <a:pt x="1233" y="485"/>
                      </a:moveTo>
                      <a:cubicBezTo>
                        <a:pt x="1457" y="485"/>
                        <a:pt x="1673" y="658"/>
                        <a:pt x="1673" y="921"/>
                      </a:cubicBezTo>
                      <a:cubicBezTo>
                        <a:pt x="1673" y="1165"/>
                        <a:pt x="1477" y="1357"/>
                        <a:pt x="1237" y="1357"/>
                      </a:cubicBezTo>
                      <a:cubicBezTo>
                        <a:pt x="849" y="1357"/>
                        <a:pt x="653" y="889"/>
                        <a:pt x="929" y="613"/>
                      </a:cubicBezTo>
                      <a:cubicBezTo>
                        <a:pt x="1017" y="525"/>
                        <a:pt x="1126" y="485"/>
                        <a:pt x="1233" y="485"/>
                      </a:cubicBezTo>
                      <a:close/>
                      <a:moveTo>
                        <a:pt x="1237" y="0"/>
                      </a:moveTo>
                      <a:cubicBezTo>
                        <a:pt x="412" y="0"/>
                        <a:pt x="0" y="993"/>
                        <a:pt x="585" y="1577"/>
                      </a:cubicBezTo>
                      <a:cubicBezTo>
                        <a:pt x="772" y="1765"/>
                        <a:pt x="1003" y="1849"/>
                        <a:pt x="1229" y="1849"/>
                      </a:cubicBezTo>
                      <a:cubicBezTo>
                        <a:pt x="1705" y="1849"/>
                        <a:pt x="2162" y="1479"/>
                        <a:pt x="2162" y="921"/>
                      </a:cubicBezTo>
                      <a:cubicBezTo>
                        <a:pt x="2158" y="412"/>
                        <a:pt x="1745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" name="Google Shape;61;p24"/>
                <p:cNvSpPr/>
                <p:nvPr/>
              </p:nvSpPr>
              <p:spPr>
                <a:xfrm>
                  <a:off x="4922981" y="4878622"/>
                  <a:ext cx="948499" cy="556770"/>
                </a:xfrm>
                <a:custGeom>
                  <a:rect b="b" l="l" r="r" t="t"/>
                  <a:pathLst>
                    <a:path extrusionOk="0" h="6629" w="11293">
                      <a:moveTo>
                        <a:pt x="11152" y="0"/>
                      </a:moveTo>
                      <a:lnTo>
                        <a:pt x="8026" y="3126"/>
                      </a:lnTo>
                      <a:lnTo>
                        <a:pt x="3362" y="3126"/>
                      </a:lnTo>
                      <a:lnTo>
                        <a:pt x="0" y="6493"/>
                      </a:lnTo>
                      <a:lnTo>
                        <a:pt x="140" y="6629"/>
                      </a:lnTo>
                      <a:lnTo>
                        <a:pt x="3447" y="3322"/>
                      </a:lnTo>
                      <a:lnTo>
                        <a:pt x="8106" y="3322"/>
                      </a:lnTo>
                      <a:lnTo>
                        <a:pt x="11292" y="136"/>
                      </a:lnTo>
                      <a:lnTo>
                        <a:pt x="11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2" name="Google Shape;62;p24"/>
            <p:cNvSpPr/>
            <p:nvPr/>
          </p:nvSpPr>
          <p:spPr>
            <a:xfrm flipH="1">
              <a:off x="-880479" y="4202588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4"/>
            <p:cNvSpPr/>
            <p:nvPr/>
          </p:nvSpPr>
          <p:spPr>
            <a:xfrm>
              <a:off x="-1311941" y="-578758"/>
              <a:ext cx="4078254" cy="2696967"/>
            </a:xfrm>
            <a:custGeom>
              <a:rect b="b" l="l" r="r" t="t"/>
              <a:pathLst>
                <a:path extrusionOk="0" h="20595" w="31143">
                  <a:moveTo>
                    <a:pt x="21964" y="0"/>
                  </a:moveTo>
                  <a:lnTo>
                    <a:pt x="14323" y="7641"/>
                  </a:lnTo>
                  <a:lnTo>
                    <a:pt x="11457" y="7641"/>
                  </a:lnTo>
                  <a:lnTo>
                    <a:pt x="5905" y="13193"/>
                  </a:lnTo>
                  <a:lnTo>
                    <a:pt x="5905" y="14690"/>
                  </a:lnTo>
                  <a:lnTo>
                    <a:pt x="1" y="20595"/>
                  </a:lnTo>
                  <a:lnTo>
                    <a:pt x="8835" y="20595"/>
                  </a:lnTo>
                  <a:lnTo>
                    <a:pt x="18254" y="11176"/>
                  </a:lnTo>
                  <a:lnTo>
                    <a:pt x="22441" y="11176"/>
                  </a:lnTo>
                  <a:lnTo>
                    <a:pt x="27768" y="5848"/>
                  </a:lnTo>
                  <a:lnTo>
                    <a:pt x="27768" y="3374"/>
                  </a:lnTo>
                  <a:lnTo>
                    <a:pt x="311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" name="Google Shape;64;p24"/>
            <p:cNvGrpSpPr/>
            <p:nvPr/>
          </p:nvGrpSpPr>
          <p:grpSpPr>
            <a:xfrm flipH="1">
              <a:off x="1274214" y="4295411"/>
              <a:ext cx="647438" cy="321825"/>
              <a:chOff x="7990044" y="3252744"/>
              <a:chExt cx="516875" cy="256925"/>
            </a:xfrm>
          </p:grpSpPr>
          <p:sp>
            <p:nvSpPr>
              <p:cNvPr id="65" name="Google Shape;65;p24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24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24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4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4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4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4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4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4"/>
            <p:cNvGrpSpPr/>
            <p:nvPr/>
          </p:nvGrpSpPr>
          <p:grpSpPr>
            <a:xfrm>
              <a:off x="175385" y="-1366629"/>
              <a:ext cx="3039353" cy="3203144"/>
              <a:chOff x="7797455" y="1505164"/>
              <a:chExt cx="3773251" cy="3976591"/>
            </a:xfrm>
          </p:grpSpPr>
          <p:sp>
            <p:nvSpPr>
              <p:cNvPr id="74" name="Google Shape;74;p24"/>
              <p:cNvSpPr/>
              <p:nvPr/>
            </p:nvSpPr>
            <p:spPr>
              <a:xfrm>
                <a:off x="11404490" y="1966101"/>
                <a:ext cx="75759" cy="531321"/>
              </a:xfrm>
              <a:custGeom>
                <a:rect b="b" l="l" r="r" t="t"/>
                <a:pathLst>
                  <a:path extrusionOk="0" h="6326" w="902">
                    <a:moveTo>
                      <a:pt x="901" y="1"/>
                    </a:moveTo>
                    <a:lnTo>
                      <a:pt x="1" y="901"/>
                    </a:lnTo>
                    <a:lnTo>
                      <a:pt x="1" y="3163"/>
                    </a:lnTo>
                    <a:lnTo>
                      <a:pt x="1" y="5424"/>
                    </a:lnTo>
                    <a:lnTo>
                      <a:pt x="901" y="6325"/>
                    </a:lnTo>
                    <a:lnTo>
                      <a:pt x="901" y="3163"/>
                    </a:lnTo>
                    <a:lnTo>
                      <a:pt x="9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4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24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24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4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4"/>
              <p:cNvSpPr/>
              <p:nvPr/>
            </p:nvSpPr>
            <p:spPr>
              <a:xfrm>
                <a:off x="10208640" y="2996574"/>
                <a:ext cx="956898" cy="954546"/>
              </a:xfrm>
              <a:custGeom>
                <a:rect b="b" l="l" r="r" t="t"/>
                <a:pathLst>
                  <a:path extrusionOk="0" h="11365" w="11393">
                    <a:moveTo>
                      <a:pt x="11196" y="0"/>
                    </a:moveTo>
                    <a:lnTo>
                      <a:pt x="11196" y="5008"/>
                    </a:lnTo>
                    <a:lnTo>
                      <a:pt x="5036" y="11168"/>
                    </a:lnTo>
                    <a:lnTo>
                      <a:pt x="1" y="11168"/>
                    </a:lnTo>
                    <a:lnTo>
                      <a:pt x="1" y="11364"/>
                    </a:lnTo>
                    <a:lnTo>
                      <a:pt x="5120" y="11364"/>
                    </a:lnTo>
                    <a:lnTo>
                      <a:pt x="11393" y="5088"/>
                    </a:lnTo>
                    <a:lnTo>
                      <a:pt x="11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24"/>
            <p:cNvGrpSpPr/>
            <p:nvPr/>
          </p:nvGrpSpPr>
          <p:grpSpPr>
            <a:xfrm>
              <a:off x="-1373076" y="1927074"/>
              <a:ext cx="2698430" cy="3917462"/>
              <a:chOff x="7726148" y="679122"/>
              <a:chExt cx="2698430" cy="3917462"/>
            </a:xfrm>
          </p:grpSpPr>
          <p:sp>
            <p:nvSpPr>
              <p:cNvPr id="81" name="Google Shape;81;p24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4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24"/>
              <p:cNvSpPr/>
              <p:nvPr/>
            </p:nvSpPr>
            <p:spPr>
              <a:xfrm>
                <a:off x="10228462" y="679122"/>
                <a:ext cx="148998" cy="127833"/>
              </a:xfrm>
              <a:custGeom>
                <a:rect b="b" l="l" r="r" t="t"/>
                <a:pathLst>
                  <a:path extrusionOk="0" h="1522" w="1774">
                    <a:moveTo>
                      <a:pt x="761" y="401"/>
                    </a:moveTo>
                    <a:cubicBezTo>
                      <a:pt x="1082" y="401"/>
                      <a:pt x="1238" y="789"/>
                      <a:pt x="1013" y="1014"/>
                    </a:cubicBezTo>
                    <a:cubicBezTo>
                      <a:pt x="941" y="1086"/>
                      <a:pt x="851" y="1119"/>
                      <a:pt x="763" y="1119"/>
                    </a:cubicBezTo>
                    <a:cubicBezTo>
                      <a:pt x="580" y="1119"/>
                      <a:pt x="405" y="978"/>
                      <a:pt x="405" y="761"/>
                    </a:cubicBezTo>
                    <a:cubicBezTo>
                      <a:pt x="405" y="565"/>
                      <a:pt x="565" y="405"/>
                      <a:pt x="761" y="401"/>
                    </a:cubicBezTo>
                    <a:close/>
                    <a:moveTo>
                      <a:pt x="767" y="0"/>
                    </a:moveTo>
                    <a:cubicBezTo>
                      <a:pt x="376" y="0"/>
                      <a:pt x="1" y="304"/>
                      <a:pt x="1" y="761"/>
                    </a:cubicBezTo>
                    <a:cubicBezTo>
                      <a:pt x="1" y="1182"/>
                      <a:pt x="341" y="1518"/>
                      <a:pt x="761" y="1522"/>
                    </a:cubicBezTo>
                    <a:cubicBezTo>
                      <a:pt x="1438" y="1522"/>
                      <a:pt x="1774" y="701"/>
                      <a:pt x="1298" y="225"/>
                    </a:cubicBezTo>
                    <a:cubicBezTo>
                      <a:pt x="1144" y="70"/>
                      <a:pt x="953" y="0"/>
                      <a:pt x="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4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4"/>
              <p:cNvSpPr/>
              <p:nvPr/>
            </p:nvSpPr>
            <p:spPr>
              <a:xfrm>
                <a:off x="9020853" y="1998017"/>
                <a:ext cx="1057770" cy="1611852"/>
              </a:xfrm>
              <a:custGeom>
                <a:rect b="b" l="l" r="r" t="t"/>
                <a:pathLst>
                  <a:path extrusionOk="0" h="19191" w="12594">
                    <a:moveTo>
                      <a:pt x="12481" y="1"/>
                    </a:moveTo>
                    <a:lnTo>
                      <a:pt x="7066" y="5417"/>
                    </a:lnTo>
                    <a:lnTo>
                      <a:pt x="7066" y="12017"/>
                    </a:lnTo>
                    <a:lnTo>
                      <a:pt x="1" y="19078"/>
                    </a:lnTo>
                    <a:lnTo>
                      <a:pt x="117" y="19190"/>
                    </a:lnTo>
                    <a:lnTo>
                      <a:pt x="7226" y="12081"/>
                    </a:lnTo>
                    <a:lnTo>
                      <a:pt x="7226" y="5485"/>
                    </a:lnTo>
                    <a:lnTo>
                      <a:pt x="12593" y="113"/>
                    </a:lnTo>
                    <a:lnTo>
                      <a:pt x="12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4"/>
              <p:cNvSpPr/>
              <p:nvPr/>
            </p:nvSpPr>
            <p:spPr>
              <a:xfrm>
                <a:off x="9805572" y="1401268"/>
                <a:ext cx="562817" cy="889370"/>
              </a:xfrm>
              <a:custGeom>
                <a:rect b="b" l="l" r="r" t="t"/>
                <a:pathLst>
                  <a:path extrusionOk="0" h="10589" w="6701">
                    <a:moveTo>
                      <a:pt x="112" y="1"/>
                    </a:moveTo>
                    <a:lnTo>
                      <a:pt x="0" y="117"/>
                    </a:lnTo>
                    <a:lnTo>
                      <a:pt x="6541" y="6658"/>
                    </a:lnTo>
                    <a:lnTo>
                      <a:pt x="6541" y="10588"/>
                    </a:lnTo>
                    <a:lnTo>
                      <a:pt x="6701" y="10588"/>
                    </a:lnTo>
                    <a:lnTo>
                      <a:pt x="6701" y="6590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24"/>
            <p:cNvGrpSpPr/>
            <p:nvPr/>
          </p:nvGrpSpPr>
          <p:grpSpPr>
            <a:xfrm>
              <a:off x="562194" y="410025"/>
              <a:ext cx="258605" cy="258941"/>
              <a:chOff x="8925357" y="2817675"/>
              <a:chExt cx="258605" cy="258941"/>
            </a:xfrm>
          </p:grpSpPr>
          <p:sp>
            <p:nvSpPr>
              <p:cNvPr id="88" name="Google Shape;88;p24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4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24"/>
            <p:cNvGrpSpPr/>
            <p:nvPr/>
          </p:nvGrpSpPr>
          <p:grpSpPr>
            <a:xfrm rot="5400000">
              <a:off x="8467489" y="2523161"/>
              <a:ext cx="556854" cy="97176"/>
              <a:chOff x="8351789" y="4872911"/>
              <a:chExt cx="556854" cy="97176"/>
            </a:xfrm>
          </p:grpSpPr>
          <p:sp>
            <p:nvSpPr>
              <p:cNvPr id="91" name="Google Shape;91;p24"/>
              <p:cNvSpPr/>
              <p:nvPr/>
            </p:nvSpPr>
            <p:spPr>
              <a:xfrm>
                <a:off x="8351789" y="4872911"/>
                <a:ext cx="137324" cy="97176"/>
              </a:xfrm>
              <a:custGeom>
                <a:rect b="b" l="l" r="r" t="t"/>
                <a:pathLst>
                  <a:path extrusionOk="0" h="1157" w="1635">
                    <a:moveTo>
                      <a:pt x="1" y="0"/>
                    </a:moveTo>
                    <a:lnTo>
                      <a:pt x="954" y="1157"/>
                    </a:lnTo>
                    <a:lnTo>
                      <a:pt x="1634" y="1157"/>
                    </a:lnTo>
                    <a:lnTo>
                      <a:pt x="6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4"/>
              <p:cNvSpPr/>
              <p:nvPr/>
            </p:nvSpPr>
            <p:spPr>
              <a:xfrm>
                <a:off x="845635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8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4"/>
              <p:cNvSpPr/>
              <p:nvPr/>
            </p:nvSpPr>
            <p:spPr>
              <a:xfrm>
                <a:off x="8561260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4"/>
              <p:cNvSpPr/>
              <p:nvPr/>
            </p:nvSpPr>
            <p:spPr>
              <a:xfrm>
                <a:off x="8666164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4"/>
              <p:cNvSpPr/>
              <p:nvPr/>
            </p:nvSpPr>
            <p:spPr>
              <a:xfrm>
                <a:off x="877106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0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" name="Google Shape;96;p24"/>
            <p:cNvSpPr/>
            <p:nvPr/>
          </p:nvSpPr>
          <p:spPr>
            <a:xfrm>
              <a:off x="7306875" y="4600447"/>
              <a:ext cx="2229499" cy="657745"/>
            </a:xfrm>
            <a:custGeom>
              <a:rect b="b" l="l" r="r" t="t"/>
              <a:pathLst>
                <a:path extrusionOk="0" h="6486" w="21985">
                  <a:moveTo>
                    <a:pt x="21784" y="1"/>
                  </a:moveTo>
                  <a:lnTo>
                    <a:pt x="19442" y="2342"/>
                  </a:lnTo>
                  <a:lnTo>
                    <a:pt x="3943" y="2342"/>
                  </a:lnTo>
                  <a:lnTo>
                    <a:pt x="0" y="6285"/>
                  </a:lnTo>
                  <a:lnTo>
                    <a:pt x="201" y="6485"/>
                  </a:lnTo>
                  <a:lnTo>
                    <a:pt x="4059" y="2626"/>
                  </a:lnTo>
                  <a:lnTo>
                    <a:pt x="19558" y="2626"/>
                  </a:lnTo>
                  <a:lnTo>
                    <a:pt x="21984" y="201"/>
                  </a:lnTo>
                  <a:lnTo>
                    <a:pt x="21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4"/>
            <p:cNvSpPr/>
            <p:nvPr/>
          </p:nvSpPr>
          <p:spPr>
            <a:xfrm rot="-5400000">
              <a:off x="7658071" y="-461281"/>
              <a:ext cx="1325446" cy="1878100"/>
            </a:xfrm>
            <a:custGeom>
              <a:rect b="b" l="l" r="r" t="t"/>
              <a:pathLst>
                <a:path extrusionOk="0" h="22361" w="15781">
                  <a:moveTo>
                    <a:pt x="15640" y="0"/>
                  </a:moveTo>
                  <a:lnTo>
                    <a:pt x="9404" y="6237"/>
                  </a:lnTo>
                  <a:lnTo>
                    <a:pt x="9404" y="12821"/>
                  </a:lnTo>
                  <a:lnTo>
                    <a:pt x="1" y="22224"/>
                  </a:lnTo>
                  <a:lnTo>
                    <a:pt x="141" y="22360"/>
                  </a:lnTo>
                  <a:lnTo>
                    <a:pt x="9600" y="12902"/>
                  </a:lnTo>
                  <a:lnTo>
                    <a:pt x="9600" y="6317"/>
                  </a:lnTo>
                  <a:lnTo>
                    <a:pt x="15780" y="137"/>
                  </a:lnTo>
                  <a:lnTo>
                    <a:pt x="15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4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9" name="Google Shape;99;p24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00" name="Google Shape;100;p24"/>
          <p:cNvSpPr txBox="1"/>
          <p:nvPr>
            <p:ph idx="1" type="subTitle"/>
          </p:nvPr>
        </p:nvSpPr>
        <p:spPr>
          <a:xfrm>
            <a:off x="3052350" y="3267278"/>
            <a:ext cx="3039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9pPr>
          </a:lstStyle>
          <a:p/>
        </p:txBody>
      </p:sp>
      <p:sp>
        <p:nvSpPr>
          <p:cNvPr id="103" name="Google Shape;103;p25"/>
          <p:cNvSpPr txBox="1"/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104" name="Google Shape;104;p25"/>
          <p:cNvGrpSpPr/>
          <p:nvPr/>
        </p:nvGrpSpPr>
        <p:grpSpPr>
          <a:xfrm>
            <a:off x="4590435" y="-1007875"/>
            <a:ext cx="6038601" cy="7441010"/>
            <a:chOff x="4590435" y="-1007875"/>
            <a:chExt cx="6038601" cy="7441010"/>
          </a:xfrm>
        </p:grpSpPr>
        <p:sp>
          <p:nvSpPr>
            <p:cNvPr id="105" name="Google Shape;105;p25"/>
            <p:cNvSpPr/>
            <p:nvPr/>
          </p:nvSpPr>
          <p:spPr>
            <a:xfrm>
              <a:off x="5025290" y="1403608"/>
              <a:ext cx="5603746" cy="5029527"/>
            </a:xfrm>
            <a:custGeom>
              <a:rect b="b" l="l" r="r" t="t"/>
              <a:pathLst>
                <a:path extrusionOk="0" h="62162" w="69259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5"/>
            <p:cNvSpPr/>
            <p:nvPr/>
          </p:nvSpPr>
          <p:spPr>
            <a:xfrm>
              <a:off x="4590435" y="-831208"/>
              <a:ext cx="5930985" cy="6805915"/>
            </a:xfrm>
            <a:custGeom>
              <a:rect b="b" l="l" r="r" t="t"/>
              <a:pathLst>
                <a:path extrusionOk="0" h="79795" w="69537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" name="Google Shape;107;p25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108" name="Google Shape;108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5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rect b="b" l="l" r="r" t="t"/>
                <a:pathLst>
                  <a:path extrusionOk="0" h="1276" w="1332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5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rect b="b" l="l" r="r" t="t"/>
                <a:pathLst>
                  <a:path extrusionOk="0" h="1276" w="1277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25"/>
            <p:cNvGrpSpPr/>
            <p:nvPr/>
          </p:nvGrpSpPr>
          <p:grpSpPr>
            <a:xfrm>
              <a:off x="5052941" y="-1007875"/>
              <a:ext cx="3372033" cy="3579622"/>
              <a:chOff x="6474042" y="-61911"/>
              <a:chExt cx="4446246" cy="4719966"/>
            </a:xfrm>
          </p:grpSpPr>
          <p:sp>
            <p:nvSpPr>
              <p:cNvPr id="117" name="Google Shape;117;p25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5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rect b="b" l="l" r="r" t="t"/>
                <a:pathLst>
                  <a:path extrusionOk="0" h="5490" w="5491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5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rect b="b" l="l" r="r" t="t"/>
                <a:pathLst>
                  <a:path extrusionOk="0" h="2275" w="2274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5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5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" name="Google Shape;122;p25"/>
            <p:cNvSpPr/>
            <p:nvPr/>
          </p:nvSpPr>
          <p:spPr>
            <a:xfrm>
              <a:off x="7522237" y="-209327"/>
              <a:ext cx="1798786" cy="1791641"/>
            </a:xfrm>
            <a:custGeom>
              <a:rect b="b" l="l" r="r" t="t"/>
              <a:pathLst>
                <a:path extrusionOk="0" h="13974" w="1403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" name="Google Shape;123;p25"/>
            <p:cNvGrpSpPr/>
            <p:nvPr/>
          </p:nvGrpSpPr>
          <p:grpSpPr>
            <a:xfrm>
              <a:off x="6066323" y="845916"/>
              <a:ext cx="3431384" cy="3617770"/>
              <a:chOff x="5563238" y="409147"/>
              <a:chExt cx="4473190" cy="4716164"/>
            </a:xfrm>
          </p:grpSpPr>
          <p:sp>
            <p:nvSpPr>
              <p:cNvPr id="124" name="Google Shape;124;p25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5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rect b="b" l="l" r="r" t="t"/>
                <a:pathLst>
                  <a:path extrusionOk="0" h="5490" w="5547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5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5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rect b="b" l="l" r="r" t="t"/>
                <a:pathLst>
                  <a:path extrusionOk="0" h="2275" w="2275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5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5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rect b="b" l="l" r="r" t="t"/>
                <a:pathLst>
                  <a:path extrusionOk="0" h="13974" w="1403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25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131" name="Google Shape;131;p25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rect b="b" l="l" r="r" t="t"/>
                <a:pathLst>
                  <a:path extrusionOk="0" h="2330" w="389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5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rect b="b" l="l" r="r" t="t"/>
                <a:pathLst>
                  <a:path extrusionOk="0" h="334" w="233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25"/>
            <p:cNvGrpSpPr/>
            <p:nvPr/>
          </p:nvGrpSpPr>
          <p:grpSpPr>
            <a:xfrm>
              <a:off x="8049231" y="4543486"/>
              <a:ext cx="744776" cy="130184"/>
              <a:chOff x="8829494" y="3047299"/>
              <a:chExt cx="744776" cy="130184"/>
            </a:xfrm>
          </p:grpSpPr>
          <p:sp>
            <p:nvSpPr>
              <p:cNvPr id="134" name="Google Shape;134;p25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5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5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5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5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" name="Google Shape;139;p25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140" name="Google Shape;140;p25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rect b="b" l="l" r="r" t="t"/>
                <a:pathLst>
                  <a:path extrusionOk="0" h="722" w="4382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25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rect b="b" l="l" r="r" t="t"/>
                <a:pathLst>
                  <a:path extrusionOk="0" h="722" w="2164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5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rect b="b" l="l" r="r" t="t"/>
                <a:pathLst>
                  <a:path extrusionOk="0" h="722" w="722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" name="Google Shape;143;p25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144" name="Google Shape;144;p25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rect b="b" l="l" r="r" t="t"/>
                <a:pathLst>
                  <a:path extrusionOk="0" h="9040" w="30499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5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27"/>
          <p:cNvGrpSpPr/>
          <p:nvPr/>
        </p:nvGrpSpPr>
        <p:grpSpPr>
          <a:xfrm>
            <a:off x="-655997" y="3837819"/>
            <a:ext cx="4859943" cy="2698430"/>
            <a:chOff x="-788304" y="3837819"/>
            <a:chExt cx="4859943" cy="2698430"/>
          </a:xfrm>
        </p:grpSpPr>
        <p:sp>
          <p:nvSpPr>
            <p:cNvPr id="148" name="Google Shape;148;p27"/>
            <p:cNvSpPr/>
            <p:nvPr/>
          </p:nvSpPr>
          <p:spPr>
            <a:xfrm flipH="1">
              <a:off x="-788304" y="4174967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27"/>
            <p:cNvGrpSpPr/>
            <p:nvPr/>
          </p:nvGrpSpPr>
          <p:grpSpPr>
            <a:xfrm flipH="1">
              <a:off x="1320303" y="4461358"/>
              <a:ext cx="647438" cy="321825"/>
              <a:chOff x="7990044" y="3252744"/>
              <a:chExt cx="516875" cy="256925"/>
            </a:xfrm>
          </p:grpSpPr>
          <p:sp>
            <p:nvSpPr>
              <p:cNvPr id="150" name="Google Shape;150;p27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7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7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7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7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7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7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7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27"/>
            <p:cNvGrpSpPr/>
            <p:nvPr/>
          </p:nvGrpSpPr>
          <p:grpSpPr>
            <a:xfrm rot="5400000">
              <a:off x="813121" y="3277731"/>
              <a:ext cx="2698430" cy="3818606"/>
              <a:chOff x="7726148" y="777978"/>
              <a:chExt cx="2698430" cy="3818606"/>
            </a:xfrm>
          </p:grpSpPr>
          <p:sp>
            <p:nvSpPr>
              <p:cNvPr id="159" name="Google Shape;159;p27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7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7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2" name="Google Shape;162;p27"/>
          <p:cNvGrpSpPr/>
          <p:nvPr/>
        </p:nvGrpSpPr>
        <p:grpSpPr>
          <a:xfrm flipH="1">
            <a:off x="5745067" y="-1801575"/>
            <a:ext cx="4054930" cy="3690696"/>
            <a:chOff x="-626842" y="-1801575"/>
            <a:chExt cx="4054930" cy="3690696"/>
          </a:xfrm>
        </p:grpSpPr>
        <p:sp>
          <p:nvSpPr>
            <p:cNvPr id="163" name="Google Shape;163;p27"/>
            <p:cNvSpPr/>
            <p:nvPr/>
          </p:nvSpPr>
          <p:spPr>
            <a:xfrm>
              <a:off x="-626842" y="-190870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4" name="Google Shape;164;p27"/>
            <p:cNvGrpSpPr/>
            <p:nvPr/>
          </p:nvGrpSpPr>
          <p:grpSpPr>
            <a:xfrm rot="10800000">
              <a:off x="388735" y="-1801575"/>
              <a:ext cx="3039353" cy="3203144"/>
              <a:chOff x="7797455" y="1505164"/>
              <a:chExt cx="3773251" cy="3976591"/>
            </a:xfrm>
          </p:grpSpPr>
          <p:sp>
            <p:nvSpPr>
              <p:cNvPr id="165" name="Google Shape;165;p27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7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7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7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27"/>
            <p:cNvGrpSpPr/>
            <p:nvPr/>
          </p:nvGrpSpPr>
          <p:grpSpPr>
            <a:xfrm>
              <a:off x="331330" y="1630180"/>
              <a:ext cx="258605" cy="258941"/>
              <a:chOff x="8925357" y="2817675"/>
              <a:chExt cx="258605" cy="258941"/>
            </a:xfrm>
          </p:grpSpPr>
          <p:sp>
            <p:nvSpPr>
              <p:cNvPr id="170" name="Google Shape;170;p27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7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2" name="Google Shape;172;p27"/>
          <p:cNvSpPr txBox="1"/>
          <p:nvPr>
            <p:ph type="title"/>
          </p:nvPr>
        </p:nvSpPr>
        <p:spPr>
          <a:xfrm>
            <a:off x="1478734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" type="subTitle"/>
          </p:nvPr>
        </p:nvSpPr>
        <p:spPr>
          <a:xfrm>
            <a:off x="777784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2" type="subTitle"/>
          </p:nvPr>
        </p:nvSpPr>
        <p:spPr>
          <a:xfrm>
            <a:off x="777784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5" name="Google Shape;175;p27"/>
          <p:cNvSpPr txBox="1"/>
          <p:nvPr>
            <p:ph idx="3" type="title"/>
          </p:nvPr>
        </p:nvSpPr>
        <p:spPr>
          <a:xfrm>
            <a:off x="412904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4" type="subTitle"/>
          </p:nvPr>
        </p:nvSpPr>
        <p:spPr>
          <a:xfrm>
            <a:off x="3428103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5" type="subTitle"/>
          </p:nvPr>
        </p:nvSpPr>
        <p:spPr>
          <a:xfrm>
            <a:off x="3428103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8" name="Google Shape;178;p27"/>
          <p:cNvSpPr txBox="1"/>
          <p:nvPr>
            <p:ph idx="6" type="title"/>
          </p:nvPr>
        </p:nvSpPr>
        <p:spPr>
          <a:xfrm>
            <a:off x="67793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9" name="Google Shape;179;p27"/>
          <p:cNvSpPr txBox="1"/>
          <p:nvPr>
            <p:ph idx="7" type="subTitle"/>
          </p:nvPr>
        </p:nvSpPr>
        <p:spPr>
          <a:xfrm>
            <a:off x="6078416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80" name="Google Shape;180;p27"/>
          <p:cNvSpPr txBox="1"/>
          <p:nvPr>
            <p:ph idx="8" type="subTitle"/>
          </p:nvPr>
        </p:nvSpPr>
        <p:spPr>
          <a:xfrm>
            <a:off x="6078416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1" name="Google Shape;181;p27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30"/>
          <p:cNvGrpSpPr/>
          <p:nvPr/>
        </p:nvGrpSpPr>
        <p:grpSpPr>
          <a:xfrm>
            <a:off x="6302380" y="-753973"/>
            <a:ext cx="4838247" cy="8737197"/>
            <a:chOff x="6149980" y="-753973"/>
            <a:chExt cx="4838247" cy="8737197"/>
          </a:xfrm>
        </p:grpSpPr>
        <p:sp>
          <p:nvSpPr>
            <p:cNvPr id="184" name="Google Shape;184;p30"/>
            <p:cNvSpPr/>
            <p:nvPr/>
          </p:nvSpPr>
          <p:spPr>
            <a:xfrm rot="10800000">
              <a:off x="6501374" y="2350375"/>
              <a:ext cx="4486853" cy="296661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" name="Google Shape;185;p30"/>
            <p:cNvGrpSpPr/>
            <p:nvPr/>
          </p:nvGrpSpPr>
          <p:grpSpPr>
            <a:xfrm flipH="1">
              <a:off x="7623943" y="2421824"/>
              <a:ext cx="300359" cy="299855"/>
              <a:chOff x="1466575" y="2391250"/>
              <a:chExt cx="59575" cy="59475"/>
            </a:xfrm>
          </p:grpSpPr>
          <p:sp>
            <p:nvSpPr>
              <p:cNvPr id="186" name="Google Shape;186;p30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30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30"/>
            <p:cNvGrpSpPr/>
            <p:nvPr/>
          </p:nvGrpSpPr>
          <p:grpSpPr>
            <a:xfrm flipH="1">
              <a:off x="6149980" y="-661273"/>
              <a:ext cx="2817846" cy="4069237"/>
              <a:chOff x="278245" y="-184325"/>
              <a:chExt cx="2358228" cy="3405504"/>
            </a:xfrm>
          </p:grpSpPr>
          <p:grpSp>
            <p:nvGrpSpPr>
              <p:cNvPr id="189" name="Google Shape;189;p30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190" name="Google Shape;190;p30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" name="Google Shape;191;p30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" name="Google Shape;192;p30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" name="Google Shape;193;p30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" name="Google Shape;194;p30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5" name="Google Shape;195;p30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6" name="Google Shape;196;p30"/>
            <p:cNvSpPr/>
            <p:nvPr/>
          </p:nvSpPr>
          <p:spPr>
            <a:xfrm rot="10800000">
              <a:off x="8012311" y="-753973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7" name="Google Shape;197;p30"/>
            <p:cNvGrpSpPr/>
            <p:nvPr/>
          </p:nvGrpSpPr>
          <p:grpSpPr>
            <a:xfrm>
              <a:off x="7560791" y="3580603"/>
              <a:ext cx="3173104" cy="4402621"/>
              <a:chOff x="2132995" y="960308"/>
              <a:chExt cx="496177" cy="688437"/>
            </a:xfrm>
          </p:grpSpPr>
          <p:sp>
            <p:nvSpPr>
              <p:cNvPr id="198" name="Google Shape;198;p30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30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30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30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30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3" name="Google Shape;203;p30"/>
          <p:cNvGrpSpPr/>
          <p:nvPr/>
        </p:nvGrpSpPr>
        <p:grpSpPr>
          <a:xfrm>
            <a:off x="-2749105" y="-2045482"/>
            <a:ext cx="6654696" cy="9234462"/>
            <a:chOff x="-2596705" y="-2045482"/>
            <a:chExt cx="6654696" cy="9234462"/>
          </a:xfrm>
        </p:grpSpPr>
        <p:grpSp>
          <p:nvGrpSpPr>
            <p:cNvPr id="204" name="Google Shape;204;p30"/>
            <p:cNvGrpSpPr/>
            <p:nvPr/>
          </p:nvGrpSpPr>
          <p:grpSpPr>
            <a:xfrm flipH="1">
              <a:off x="722369" y="491148"/>
              <a:ext cx="801674" cy="397824"/>
              <a:chOff x="1622300" y="2291700"/>
              <a:chExt cx="118800" cy="58950"/>
            </a:xfrm>
          </p:grpSpPr>
          <p:sp>
            <p:nvSpPr>
              <p:cNvPr id="205" name="Google Shape;205;p30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30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30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30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3" name="Google Shape;213;p30"/>
            <p:cNvSpPr/>
            <p:nvPr/>
          </p:nvSpPr>
          <p:spPr>
            <a:xfrm>
              <a:off x="-2596705" y="-1246603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4" name="Google Shape;214;p30"/>
            <p:cNvGrpSpPr/>
            <p:nvPr/>
          </p:nvGrpSpPr>
          <p:grpSpPr>
            <a:xfrm rot="10800000">
              <a:off x="-1185762" y="-2045482"/>
              <a:ext cx="2901864" cy="4211820"/>
              <a:chOff x="6769513" y="299393"/>
              <a:chExt cx="1308620" cy="1899526"/>
            </a:xfrm>
          </p:grpSpPr>
          <p:sp>
            <p:nvSpPr>
              <p:cNvPr id="215" name="Google Shape;215;p30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0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0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30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30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30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1" name="Google Shape;221;p30"/>
            <p:cNvSpPr/>
            <p:nvPr/>
          </p:nvSpPr>
          <p:spPr>
            <a:xfrm rot="10800000">
              <a:off x="1102163" y="4774798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2" name="Google Shape;222;p30"/>
            <p:cNvGrpSpPr/>
            <p:nvPr/>
          </p:nvGrpSpPr>
          <p:grpSpPr>
            <a:xfrm flipH="1">
              <a:off x="-1973878" y="2737381"/>
              <a:ext cx="3265346" cy="3441180"/>
              <a:chOff x="2011428" y="602777"/>
              <a:chExt cx="774292" cy="815987"/>
            </a:xfrm>
          </p:grpSpPr>
          <p:sp>
            <p:nvSpPr>
              <p:cNvPr id="223" name="Google Shape;223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" name="Google Shape;229;p30"/>
            <p:cNvGrpSpPr/>
            <p:nvPr/>
          </p:nvGrpSpPr>
          <p:grpSpPr>
            <a:xfrm rot="-5400000">
              <a:off x="-1256153" y="3835717"/>
              <a:ext cx="3265346" cy="3441180"/>
              <a:chOff x="2011428" y="602777"/>
              <a:chExt cx="774292" cy="815987"/>
            </a:xfrm>
          </p:grpSpPr>
          <p:sp>
            <p:nvSpPr>
              <p:cNvPr id="230" name="Google Shape;230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6" name="Google Shape;236;p30"/>
          <p:cNvSpPr txBox="1"/>
          <p:nvPr>
            <p:ph type="title"/>
          </p:nvPr>
        </p:nvSpPr>
        <p:spPr>
          <a:xfrm>
            <a:off x="2646000" y="491162"/>
            <a:ext cx="3852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7" name="Google Shape;237;p30"/>
          <p:cNvSpPr txBox="1"/>
          <p:nvPr>
            <p:ph idx="1" type="subTitle"/>
          </p:nvPr>
        </p:nvSpPr>
        <p:spPr>
          <a:xfrm>
            <a:off x="2646000" y="1407566"/>
            <a:ext cx="3852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8" name="Google Shape;238;p30"/>
          <p:cNvSpPr txBox="1"/>
          <p:nvPr/>
        </p:nvSpPr>
        <p:spPr>
          <a:xfrm>
            <a:off x="2779350" y="3548507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7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9"/>
          <p:cNvGrpSpPr/>
          <p:nvPr/>
        </p:nvGrpSpPr>
        <p:grpSpPr>
          <a:xfrm>
            <a:off x="5604680" y="538591"/>
            <a:ext cx="6322114" cy="7255046"/>
            <a:chOff x="5604680" y="557027"/>
            <a:chExt cx="6322114" cy="7255046"/>
          </a:xfrm>
        </p:grpSpPr>
        <p:sp>
          <p:nvSpPr>
            <p:cNvPr id="241" name="Google Shape;241;p29"/>
            <p:cNvSpPr/>
            <p:nvPr/>
          </p:nvSpPr>
          <p:spPr>
            <a:xfrm flipH="1">
              <a:off x="5604680" y="557027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" name="Google Shape;242;p29"/>
            <p:cNvGrpSpPr/>
            <p:nvPr/>
          </p:nvGrpSpPr>
          <p:grpSpPr>
            <a:xfrm flipH="1">
              <a:off x="8026531" y="1401565"/>
              <a:ext cx="2381712" cy="3328976"/>
              <a:chOff x="7655072" y="-407632"/>
              <a:chExt cx="2008528" cy="2807367"/>
            </a:xfrm>
          </p:grpSpPr>
          <p:sp>
            <p:nvSpPr>
              <p:cNvPr id="243" name="Google Shape;243;p29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29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9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9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9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8" name="Google Shape;248;p29"/>
            <p:cNvGrpSpPr/>
            <p:nvPr/>
          </p:nvGrpSpPr>
          <p:grpSpPr>
            <a:xfrm flipH="1">
              <a:off x="8235374" y="641977"/>
              <a:ext cx="1029648" cy="1806572"/>
              <a:chOff x="455034" y="-121633"/>
              <a:chExt cx="629947" cy="1105275"/>
            </a:xfrm>
          </p:grpSpPr>
          <p:sp>
            <p:nvSpPr>
              <p:cNvPr id="249" name="Google Shape;249;p29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9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29"/>
            <p:cNvGrpSpPr/>
            <p:nvPr/>
          </p:nvGrpSpPr>
          <p:grpSpPr>
            <a:xfrm flipH="1">
              <a:off x="6862715" y="4692498"/>
              <a:ext cx="471865" cy="38050"/>
              <a:chOff x="6298452" y="2390050"/>
              <a:chExt cx="140725" cy="11350"/>
            </a:xfrm>
          </p:grpSpPr>
          <p:sp>
            <p:nvSpPr>
              <p:cNvPr id="252" name="Google Shape;252;p29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29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9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5" name="Google Shape;255;p29"/>
          <p:cNvGrpSpPr/>
          <p:nvPr/>
        </p:nvGrpSpPr>
        <p:grpSpPr>
          <a:xfrm>
            <a:off x="-2438675" y="1770046"/>
            <a:ext cx="6322101" cy="5677064"/>
            <a:chOff x="-2438675" y="1770046"/>
            <a:chExt cx="6322101" cy="5677064"/>
          </a:xfrm>
        </p:grpSpPr>
        <p:sp>
          <p:nvSpPr>
            <p:cNvPr id="256" name="Google Shape;256;p29"/>
            <p:cNvSpPr/>
            <p:nvPr/>
          </p:nvSpPr>
          <p:spPr>
            <a:xfrm>
              <a:off x="-2438675" y="1770046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7" name="Google Shape;257;p29"/>
            <p:cNvGrpSpPr/>
            <p:nvPr/>
          </p:nvGrpSpPr>
          <p:grpSpPr>
            <a:xfrm flipH="1" rot="-5400000">
              <a:off x="358472" y="2658178"/>
              <a:ext cx="618213" cy="306426"/>
              <a:chOff x="5989375" y="1843575"/>
              <a:chExt cx="136525" cy="67675"/>
            </a:xfrm>
          </p:grpSpPr>
          <p:sp>
            <p:nvSpPr>
              <p:cNvPr id="258" name="Google Shape;258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29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9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" name="Google Shape;266;p29"/>
            <p:cNvGrpSpPr/>
            <p:nvPr/>
          </p:nvGrpSpPr>
          <p:grpSpPr>
            <a:xfrm flipH="1">
              <a:off x="-408087" y="3405850"/>
              <a:ext cx="1228885" cy="2188720"/>
              <a:chOff x="8389396" y="1055350"/>
              <a:chExt cx="1228885" cy="2188720"/>
            </a:xfrm>
          </p:grpSpPr>
          <p:sp>
            <p:nvSpPr>
              <p:cNvPr id="267" name="Google Shape;267;p29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29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9" name="Google Shape;269;p29"/>
          <p:cNvSpPr txBox="1"/>
          <p:nvPr>
            <p:ph idx="1" type="body"/>
          </p:nvPr>
        </p:nvSpPr>
        <p:spPr>
          <a:xfrm>
            <a:off x="1370700" y="1401575"/>
            <a:ext cx="6402600" cy="26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270" name="Google Shape;270;p29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g361ad1c8480_0_384"/>
          <p:cNvGrpSpPr/>
          <p:nvPr/>
        </p:nvGrpSpPr>
        <p:grpSpPr>
          <a:xfrm>
            <a:off x="-1088076" y="-1000251"/>
            <a:ext cx="3803738" cy="4516378"/>
            <a:chOff x="-1060422" y="-1000251"/>
            <a:chExt cx="3803738" cy="4516378"/>
          </a:xfrm>
        </p:grpSpPr>
        <p:sp>
          <p:nvSpPr>
            <p:cNvPr id="273" name="Google Shape;273;g361ad1c8480_0_384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4" name="Google Shape;274;g361ad1c8480_0_384"/>
            <p:cNvGrpSpPr/>
            <p:nvPr/>
          </p:nvGrpSpPr>
          <p:grpSpPr>
            <a:xfrm>
              <a:off x="945462" y="736364"/>
              <a:ext cx="219510" cy="219124"/>
              <a:chOff x="1466575" y="2391250"/>
              <a:chExt cx="59575" cy="59475"/>
            </a:xfrm>
          </p:grpSpPr>
          <p:sp>
            <p:nvSpPr>
              <p:cNvPr id="275" name="Google Shape;275;g361ad1c8480_0_384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g361ad1c8480_0_384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7" name="Google Shape;277;g361ad1c8480_0_384"/>
            <p:cNvGrpSpPr/>
            <p:nvPr/>
          </p:nvGrpSpPr>
          <p:grpSpPr>
            <a:xfrm>
              <a:off x="-384165" y="-1000251"/>
              <a:ext cx="3127481" cy="4516378"/>
              <a:chOff x="278244" y="-184324"/>
              <a:chExt cx="2358228" cy="3405503"/>
            </a:xfrm>
          </p:grpSpPr>
          <p:grpSp>
            <p:nvGrpSpPr>
              <p:cNvPr id="278" name="Google Shape;278;g361ad1c8480_0_384"/>
              <p:cNvGrpSpPr/>
              <p:nvPr/>
            </p:nvGrpSpPr>
            <p:grpSpPr>
              <a:xfrm>
                <a:off x="278244" y="-184324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79" name="Google Shape;279;g361ad1c8480_0_384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g361ad1c8480_0_384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" name="Google Shape;281;g361ad1c8480_0_384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g361ad1c8480_0_384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" name="Google Shape;283;g361ad1c8480_0_384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4" name="Google Shape;284;g361ad1c8480_0_384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5" name="Google Shape;285;g361ad1c8480_0_384"/>
          <p:cNvGrpSpPr/>
          <p:nvPr/>
        </p:nvGrpSpPr>
        <p:grpSpPr>
          <a:xfrm>
            <a:off x="265778" y="4373866"/>
            <a:ext cx="4306225" cy="2966903"/>
            <a:chOff x="293431" y="4373866"/>
            <a:chExt cx="4306225" cy="2966903"/>
          </a:xfrm>
        </p:grpSpPr>
        <p:grpSp>
          <p:nvGrpSpPr>
            <p:cNvPr id="286" name="Google Shape;286;g361ad1c8480_0_384"/>
            <p:cNvGrpSpPr/>
            <p:nvPr/>
          </p:nvGrpSpPr>
          <p:grpSpPr>
            <a:xfrm>
              <a:off x="3565699" y="4429964"/>
              <a:ext cx="801674" cy="397824"/>
              <a:chOff x="1622300" y="2291700"/>
              <a:chExt cx="118800" cy="58950"/>
            </a:xfrm>
          </p:grpSpPr>
          <p:sp>
            <p:nvSpPr>
              <p:cNvPr id="287" name="Google Shape;287;g361ad1c8480_0_384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g361ad1c8480_0_384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g361ad1c8480_0_384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g361ad1c8480_0_384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5" name="Google Shape;295;g361ad1c8480_0_384"/>
            <p:cNvGrpSpPr/>
            <p:nvPr/>
          </p:nvGrpSpPr>
          <p:grpSpPr>
            <a:xfrm flipH="1" rot="5400000">
              <a:off x="963092" y="3704205"/>
              <a:ext cx="2966903" cy="4306225"/>
              <a:chOff x="6769513" y="299393"/>
              <a:chExt cx="1308620" cy="1899526"/>
            </a:xfrm>
          </p:grpSpPr>
          <p:sp>
            <p:nvSpPr>
              <p:cNvPr id="296" name="Google Shape;296;g361ad1c8480_0_384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g361ad1c8480_0_384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g361ad1c8480_0_384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g361ad1c8480_0_384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g361ad1c8480_0_384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g361ad1c8480_0_384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2" name="Google Shape;302;g361ad1c8480_0_384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3" name="Google Shape;303;g361ad1c8480_0_384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6" name="Google Shape;306;p23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07" name="Google Shape;307;p23"/>
          <p:cNvSpPr txBox="1"/>
          <p:nvPr>
            <p:ph idx="2" type="subTitle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08" name="Google Shape;308;p23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9" name="Google Shape;309;p23"/>
          <p:cNvSpPr txBox="1"/>
          <p:nvPr>
            <p:ph idx="4" type="subTitle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10" name="Google Shape;310;p23"/>
          <p:cNvSpPr txBox="1"/>
          <p:nvPr>
            <p:ph idx="5" type="subTitle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1" name="Google Shape;311;p23"/>
          <p:cNvSpPr txBox="1"/>
          <p:nvPr>
            <p:ph idx="6" type="title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7" type="subTitle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13" name="Google Shape;313;p23"/>
          <p:cNvSpPr txBox="1"/>
          <p:nvPr>
            <p:ph idx="8" type="subTitle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4" name="Google Shape;314;p23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315" name="Google Shape;315;p23"/>
          <p:cNvSpPr txBox="1"/>
          <p:nvPr>
            <p:ph idx="13" type="title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6" name="Google Shape;316;p23"/>
          <p:cNvSpPr txBox="1"/>
          <p:nvPr>
            <p:ph idx="14" type="subTitle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17" name="Google Shape;317;p23"/>
          <p:cNvSpPr txBox="1"/>
          <p:nvPr>
            <p:ph idx="15" type="subTitle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318" name="Google Shape;318;p2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319" name="Google Shape;319;p23"/>
            <p:cNvSpPr/>
            <p:nvPr/>
          </p:nvSpPr>
          <p:spPr>
            <a:xfrm>
              <a:off x="-3389800" y="-360873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" name="Google Shape;320;p23"/>
            <p:cNvGrpSpPr/>
            <p:nvPr/>
          </p:nvGrpSpPr>
          <p:grpSpPr>
            <a:xfrm>
              <a:off x="-1419600" y="387590"/>
              <a:ext cx="2381712" cy="3328976"/>
              <a:chOff x="7655072" y="-407632"/>
              <a:chExt cx="2008528" cy="2807367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2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2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6" name="Google Shape;326;p2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327" name="Google Shape;327;p2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2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9" name="Google Shape;329;p2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330" name="Google Shape;330;p2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3" name="Google Shape;333;p2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334" name="Google Shape;334;p23"/>
            <p:cNvSpPr/>
            <p:nvPr/>
          </p:nvSpPr>
          <p:spPr>
            <a:xfrm>
              <a:off x="6133478" y="-10886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5" name="Google Shape;335;p2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336" name="Google Shape;336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2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23"/>
            <p:cNvGrpSpPr/>
            <p:nvPr/>
          </p:nvGrpSpPr>
          <p:grpSpPr>
            <a:xfrm>
              <a:off x="8389396" y="1055350"/>
              <a:ext cx="1228885" cy="2188720"/>
              <a:chOff x="8389396" y="1055350"/>
              <a:chExt cx="1228885" cy="2188720"/>
            </a:xfrm>
          </p:grpSpPr>
          <p:sp>
            <p:nvSpPr>
              <p:cNvPr id="345" name="Google Shape;345;p2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6"/>
          <p:cNvGrpSpPr/>
          <p:nvPr/>
        </p:nvGrpSpPr>
        <p:grpSpPr>
          <a:xfrm>
            <a:off x="-1088076" y="-1000252"/>
            <a:ext cx="3803739" cy="4516379"/>
            <a:chOff x="-1060422" y="-1000252"/>
            <a:chExt cx="3803739" cy="4516379"/>
          </a:xfrm>
        </p:grpSpPr>
        <p:sp>
          <p:nvSpPr>
            <p:cNvPr id="349" name="Google Shape;349;p26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26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351" name="Google Shape;351;p26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6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26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354" name="Google Shape;354;p26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55" name="Google Shape;355;p26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356;p26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57;p2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26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2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0" name="Google Shape;360;p2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1" name="Google Shape;361;p26"/>
          <p:cNvGrpSpPr/>
          <p:nvPr/>
        </p:nvGrpSpPr>
        <p:grpSpPr>
          <a:xfrm>
            <a:off x="265777" y="4373873"/>
            <a:ext cx="4306226" cy="2966902"/>
            <a:chOff x="293430" y="4373873"/>
            <a:chExt cx="4306226" cy="2966902"/>
          </a:xfrm>
        </p:grpSpPr>
        <p:grpSp>
          <p:nvGrpSpPr>
            <p:cNvPr id="362" name="Google Shape;362;p26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363" name="Google Shape;363;p26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6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6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6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26"/>
            <p:cNvGrpSpPr/>
            <p:nvPr/>
          </p:nvGrpSpPr>
          <p:grpSpPr>
            <a:xfrm flipH="1" rot="5400000">
              <a:off x="963092" y="3704211"/>
              <a:ext cx="2966902" cy="4306226"/>
              <a:chOff x="6769513" y="299393"/>
              <a:chExt cx="1308620" cy="1899526"/>
            </a:xfrm>
          </p:grpSpPr>
          <p:sp>
            <p:nvSpPr>
              <p:cNvPr id="372" name="Google Shape;372;p26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6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6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6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" name="Google Shape;378;p26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9" name="Google Shape;379;p26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28"/>
          <p:cNvGrpSpPr/>
          <p:nvPr/>
        </p:nvGrpSpPr>
        <p:grpSpPr>
          <a:xfrm>
            <a:off x="5368428" y="-2371849"/>
            <a:ext cx="7166740" cy="6435526"/>
            <a:chOff x="5368428" y="-2371849"/>
            <a:chExt cx="7166740" cy="6435526"/>
          </a:xfrm>
        </p:grpSpPr>
        <p:sp>
          <p:nvSpPr>
            <p:cNvPr id="382" name="Google Shape;382;p28"/>
            <p:cNvSpPr/>
            <p:nvPr/>
          </p:nvSpPr>
          <p:spPr>
            <a:xfrm>
              <a:off x="5368428" y="-23718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" name="Google Shape;383;p28"/>
            <p:cNvGrpSpPr/>
            <p:nvPr/>
          </p:nvGrpSpPr>
          <p:grpSpPr>
            <a:xfrm flipH="1" rot="-5400000">
              <a:off x="8268109" y="1815891"/>
              <a:ext cx="618213" cy="306426"/>
              <a:chOff x="5989375" y="1843575"/>
              <a:chExt cx="136525" cy="67675"/>
            </a:xfrm>
          </p:grpSpPr>
          <p:sp>
            <p:nvSpPr>
              <p:cNvPr id="384" name="Google Shape;384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28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8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2" name="Google Shape;392;p28"/>
            <p:cNvGrpSpPr/>
            <p:nvPr/>
          </p:nvGrpSpPr>
          <p:grpSpPr>
            <a:xfrm>
              <a:off x="8375532" y="539146"/>
              <a:ext cx="1228885" cy="2188720"/>
              <a:chOff x="8389396" y="1055350"/>
              <a:chExt cx="1228885" cy="2188720"/>
            </a:xfrm>
          </p:grpSpPr>
          <p:sp>
            <p:nvSpPr>
              <p:cNvPr id="393" name="Google Shape;393;p28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8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5" name="Google Shape;395;p28"/>
          <p:cNvGrpSpPr/>
          <p:nvPr/>
        </p:nvGrpSpPr>
        <p:grpSpPr>
          <a:xfrm>
            <a:off x="-2504900" y="387590"/>
            <a:ext cx="6322114" cy="7873283"/>
            <a:chOff x="-2504900" y="387590"/>
            <a:chExt cx="6322114" cy="7873283"/>
          </a:xfrm>
        </p:grpSpPr>
        <p:grpSp>
          <p:nvGrpSpPr>
            <p:cNvPr id="396" name="Google Shape;396;p28"/>
            <p:cNvGrpSpPr/>
            <p:nvPr/>
          </p:nvGrpSpPr>
          <p:grpSpPr>
            <a:xfrm>
              <a:off x="827762" y="4158773"/>
              <a:ext cx="471865" cy="38050"/>
              <a:chOff x="6298452" y="2390050"/>
              <a:chExt cx="140725" cy="11350"/>
            </a:xfrm>
          </p:grpSpPr>
          <p:sp>
            <p:nvSpPr>
              <p:cNvPr id="397" name="Google Shape;397;p28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28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8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28"/>
            <p:cNvGrpSpPr/>
            <p:nvPr/>
          </p:nvGrpSpPr>
          <p:grpSpPr>
            <a:xfrm>
              <a:off x="-2504900" y="387590"/>
              <a:ext cx="6322114" cy="7873283"/>
              <a:chOff x="-2504900" y="387590"/>
              <a:chExt cx="6322114" cy="7873283"/>
            </a:xfrm>
          </p:grpSpPr>
          <p:grpSp>
            <p:nvGrpSpPr>
              <p:cNvPr id="401" name="Google Shape;401;p28"/>
              <p:cNvGrpSpPr/>
              <p:nvPr/>
            </p:nvGrpSpPr>
            <p:grpSpPr>
              <a:xfrm>
                <a:off x="-1553565" y="387590"/>
                <a:ext cx="2381712" cy="3328976"/>
                <a:chOff x="7655072" y="-407632"/>
                <a:chExt cx="2008528" cy="2807367"/>
              </a:xfrm>
            </p:grpSpPr>
            <p:sp>
              <p:nvSpPr>
                <p:cNvPr id="402" name="Google Shape;402;p28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rect b="b" l="l" r="r" t="t"/>
                  <a:pathLst>
                    <a:path extrusionOk="0" h="45293" w="32508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28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rect b="b" l="l" r="r" t="t"/>
                  <a:pathLst>
                    <a:path extrusionOk="0" h="5600" w="5597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28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rect b="b" l="l" r="r" t="t"/>
                  <a:pathLst>
                    <a:path extrusionOk="0" h="1373" w="1374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28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rect b="b" l="l" r="r" t="t"/>
                  <a:pathLst>
                    <a:path extrusionOk="0" h="1377" w="1606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28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rect b="b" l="l" r="r" t="t"/>
                  <a:pathLst>
                    <a:path extrusionOk="0" h="4924" w="8383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" name="Google Shape;407;p28"/>
              <p:cNvGrpSpPr/>
              <p:nvPr/>
            </p:nvGrpSpPr>
            <p:grpSpPr>
              <a:xfrm>
                <a:off x="-2504900" y="1005827"/>
                <a:ext cx="6322114" cy="7255046"/>
                <a:chOff x="-2504900" y="1005827"/>
                <a:chExt cx="6322114" cy="7255046"/>
              </a:xfrm>
            </p:grpSpPr>
            <p:sp>
              <p:nvSpPr>
                <p:cNvPr id="408" name="Google Shape;408;p28"/>
                <p:cNvSpPr/>
                <p:nvPr/>
              </p:nvSpPr>
              <p:spPr>
                <a:xfrm>
                  <a:off x="-2504900" y="1005827"/>
                  <a:ext cx="6322114" cy="7255046"/>
                </a:xfrm>
                <a:custGeom>
                  <a:rect b="b" l="l" r="r" t="t"/>
                  <a:pathLst>
                    <a:path extrusionOk="0" h="82432" w="71832">
                      <a:moveTo>
                        <a:pt x="205" y="1"/>
                      </a:moveTo>
                      <a:lnTo>
                        <a:pt x="1" y="205"/>
                      </a:lnTo>
                      <a:lnTo>
                        <a:pt x="27924" y="28129"/>
                      </a:lnTo>
                      <a:lnTo>
                        <a:pt x="27924" y="38728"/>
                      </a:lnTo>
                      <a:lnTo>
                        <a:pt x="36526" y="47330"/>
                      </a:lnTo>
                      <a:lnTo>
                        <a:pt x="45629" y="56433"/>
                      </a:lnTo>
                      <a:lnTo>
                        <a:pt x="71627" y="82431"/>
                      </a:lnTo>
                      <a:lnTo>
                        <a:pt x="71831" y="82227"/>
                      </a:lnTo>
                      <a:lnTo>
                        <a:pt x="46493" y="56889"/>
                      </a:lnTo>
                      <a:lnTo>
                        <a:pt x="46493" y="47935"/>
                      </a:lnTo>
                      <a:lnTo>
                        <a:pt x="53711" y="40954"/>
                      </a:lnTo>
                      <a:lnTo>
                        <a:pt x="51481" y="38724"/>
                      </a:lnTo>
                      <a:lnTo>
                        <a:pt x="37095" y="38724"/>
                      </a:lnTo>
                      <a:lnTo>
                        <a:pt x="32496" y="34125"/>
                      </a:lnTo>
                      <a:lnTo>
                        <a:pt x="32496" y="32288"/>
                      </a:lnTo>
                      <a:lnTo>
                        <a:pt x="27924" y="27712"/>
                      </a:lnTo>
                      <a:lnTo>
                        <a:pt x="27924" y="27720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28"/>
                <p:cNvSpPr/>
                <p:nvPr/>
              </p:nvSpPr>
              <p:spPr>
                <a:xfrm>
                  <a:off x="-118934" y="3399771"/>
                  <a:ext cx="1196665" cy="2113124"/>
                </a:xfrm>
                <a:custGeom>
                  <a:rect b="b" l="l" r="r" t="t"/>
                  <a:pathLst>
                    <a:path extrusionOk="0" h="17609" w="9972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10" name="Google Shape;410;p28"/>
          <p:cNvSpPr txBox="1"/>
          <p:nvPr>
            <p:ph idx="1" type="subTitle"/>
          </p:nvPr>
        </p:nvSpPr>
        <p:spPr>
          <a:xfrm>
            <a:off x="1254788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11" name="Google Shape;411;p28"/>
          <p:cNvSpPr txBox="1"/>
          <p:nvPr>
            <p:ph idx="2" type="subTitle"/>
          </p:nvPr>
        </p:nvSpPr>
        <p:spPr>
          <a:xfrm>
            <a:off x="1254788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2" name="Google Shape;412;p28"/>
          <p:cNvSpPr txBox="1"/>
          <p:nvPr>
            <p:ph idx="3" type="subTitle"/>
          </p:nvPr>
        </p:nvSpPr>
        <p:spPr>
          <a:xfrm>
            <a:off x="5112413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13" name="Google Shape;413;p28"/>
          <p:cNvSpPr txBox="1"/>
          <p:nvPr>
            <p:ph idx="4" type="subTitle"/>
          </p:nvPr>
        </p:nvSpPr>
        <p:spPr>
          <a:xfrm>
            <a:off x="5112413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4" name="Google Shape;414;p2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415" name="Google Shape;415;p28"/>
          <p:cNvSpPr txBox="1"/>
          <p:nvPr>
            <p:ph idx="5" type="title"/>
          </p:nvPr>
        </p:nvSpPr>
        <p:spPr>
          <a:xfrm>
            <a:off x="220023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6" name="Google Shape;416;p28"/>
          <p:cNvSpPr txBox="1"/>
          <p:nvPr>
            <p:ph idx="6" type="title"/>
          </p:nvPr>
        </p:nvSpPr>
        <p:spPr>
          <a:xfrm>
            <a:off x="60578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2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420" name="Google Shape;420;p32"/>
            <p:cNvSpPr/>
            <p:nvPr/>
          </p:nvSpPr>
          <p:spPr>
            <a:xfrm>
              <a:off x="-1296571" y="0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" name="Google Shape;421;p32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422" name="Google Shape;422;p3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423" name="Google Shape;423;p3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3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3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" name="Google Shape;426;p3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" name="Google Shape;427;p3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8" name="Google Shape;428;p3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9" name="Google Shape;429;p32"/>
          <p:cNvGrpSpPr/>
          <p:nvPr/>
        </p:nvGrpSpPr>
        <p:grpSpPr>
          <a:xfrm>
            <a:off x="5245253" y="-441860"/>
            <a:ext cx="6654696" cy="9380357"/>
            <a:chOff x="5245253" y="-441860"/>
            <a:chExt cx="6654696" cy="9380357"/>
          </a:xfrm>
        </p:grpSpPr>
        <p:sp>
          <p:nvSpPr>
            <p:cNvPr id="430" name="Google Shape;430;p32"/>
            <p:cNvSpPr/>
            <p:nvPr/>
          </p:nvSpPr>
          <p:spPr>
            <a:xfrm flipH="1" rot="10800000">
              <a:off x="5245253" y="1301790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" name="Google Shape;431;p32"/>
            <p:cNvGrpSpPr/>
            <p:nvPr/>
          </p:nvGrpSpPr>
          <p:grpSpPr>
            <a:xfrm flipH="1">
              <a:off x="8418770" y="-441860"/>
              <a:ext cx="2708843" cy="3931640"/>
              <a:chOff x="6769513" y="299393"/>
              <a:chExt cx="1308620" cy="1899526"/>
            </a:xfrm>
          </p:grpSpPr>
          <p:sp>
            <p:nvSpPr>
              <p:cNvPr id="432" name="Google Shape;432;p3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" name="Google Shape;438;p3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 flipH="1" rot="10800000">
              <a:off x="8796218" y="3575323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33"/>
          <p:cNvGrpSpPr/>
          <p:nvPr/>
        </p:nvGrpSpPr>
        <p:grpSpPr>
          <a:xfrm flipH="1" rot="10800000">
            <a:off x="8002875" y="-893617"/>
            <a:ext cx="1599392" cy="2188720"/>
            <a:chOff x="8051125" y="4018221"/>
            <a:chExt cx="1599392" cy="2188720"/>
          </a:xfrm>
        </p:grpSpPr>
        <p:sp>
          <p:nvSpPr>
            <p:cNvPr id="442" name="Google Shape;442;p33"/>
            <p:cNvSpPr/>
            <p:nvPr/>
          </p:nvSpPr>
          <p:spPr>
            <a:xfrm>
              <a:off x="8051125" y="4157250"/>
              <a:ext cx="1311339" cy="1311189"/>
            </a:xfrm>
            <a:custGeom>
              <a:rect b="b" l="l" r="r" t="t"/>
              <a:pathLst>
                <a:path extrusionOk="0" h="8762" w="8763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p33"/>
            <p:cNvGrpSpPr/>
            <p:nvPr/>
          </p:nvGrpSpPr>
          <p:grpSpPr>
            <a:xfrm>
              <a:off x="8421632" y="4018221"/>
              <a:ext cx="1228885" cy="2188720"/>
              <a:chOff x="8389396" y="1055350"/>
              <a:chExt cx="1228885" cy="2188720"/>
            </a:xfrm>
          </p:grpSpPr>
          <p:sp>
            <p:nvSpPr>
              <p:cNvPr id="444" name="Google Shape;444;p3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3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6" name="Google Shape;446;p33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447" name="Google Shape;447;p33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448" name="Google Shape;448;p33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rect b="b" l="l" r="r" t="t"/>
                <a:pathLst>
                  <a:path extrusionOk="0" h="82432" w="71832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33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p33"/>
            <p:cNvGrpSpPr/>
            <p:nvPr/>
          </p:nvGrpSpPr>
          <p:grpSpPr>
            <a:xfrm flipH="1" rot="-5400000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451" name="Google Shape;451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3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3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g3617bb5a9ba_0_411"/>
          <p:cNvGrpSpPr/>
          <p:nvPr/>
        </p:nvGrpSpPr>
        <p:grpSpPr>
          <a:xfrm>
            <a:off x="-1897800" y="-564139"/>
            <a:ext cx="12137626" cy="7877285"/>
            <a:chOff x="-1897800" y="-564139"/>
            <a:chExt cx="12137626" cy="7877285"/>
          </a:xfrm>
        </p:grpSpPr>
        <p:sp>
          <p:nvSpPr>
            <p:cNvPr id="461" name="Google Shape;461;g3617bb5a9ba_0_411"/>
            <p:cNvSpPr/>
            <p:nvPr/>
          </p:nvSpPr>
          <p:spPr>
            <a:xfrm flipH="1">
              <a:off x="6899664" y="-444798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617bb5a9ba_0_411"/>
            <p:cNvSpPr/>
            <p:nvPr/>
          </p:nvSpPr>
          <p:spPr>
            <a:xfrm>
              <a:off x="-1897800" y="1636082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g3617bb5a9ba_0_411"/>
            <p:cNvGrpSpPr/>
            <p:nvPr/>
          </p:nvGrpSpPr>
          <p:grpSpPr>
            <a:xfrm>
              <a:off x="2033622" y="4281745"/>
              <a:ext cx="618213" cy="306426"/>
              <a:chOff x="5989375" y="1843575"/>
              <a:chExt cx="136525" cy="67675"/>
            </a:xfrm>
          </p:grpSpPr>
          <p:sp>
            <p:nvSpPr>
              <p:cNvPr id="464" name="Google Shape;464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g3617bb5a9ba_0_411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g3617bb5a9ba_0_411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" name="Google Shape;472;g3617bb5a9ba_0_411"/>
            <p:cNvGrpSpPr/>
            <p:nvPr/>
          </p:nvGrpSpPr>
          <p:grpSpPr>
            <a:xfrm>
              <a:off x="726170" y="3312113"/>
              <a:ext cx="1228885" cy="2188720"/>
              <a:chOff x="8389396" y="1055350"/>
              <a:chExt cx="1228885" cy="2188720"/>
            </a:xfrm>
          </p:grpSpPr>
          <p:sp>
            <p:nvSpPr>
              <p:cNvPr id="473" name="Google Shape;473;g3617bb5a9ba_0_411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g3617bb5a9ba_0_411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" name="Google Shape;475;g3617bb5a9ba_0_411"/>
            <p:cNvSpPr/>
            <p:nvPr/>
          </p:nvSpPr>
          <p:spPr>
            <a:xfrm>
              <a:off x="6877775" y="3554813"/>
              <a:ext cx="3075605" cy="2033485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6" name="Google Shape;476;g3617bb5a9ba_0_411"/>
            <p:cNvGrpSpPr/>
            <p:nvPr/>
          </p:nvGrpSpPr>
          <p:grpSpPr>
            <a:xfrm flipH="1" rot="5400000">
              <a:off x="8547291" y="741426"/>
              <a:ext cx="1228900" cy="2156170"/>
              <a:chOff x="455034" y="-121633"/>
              <a:chExt cx="629947" cy="1105275"/>
            </a:xfrm>
          </p:grpSpPr>
          <p:sp>
            <p:nvSpPr>
              <p:cNvPr id="477" name="Google Shape;477;g3617bb5a9ba_0_411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g3617bb5a9ba_0_411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" name="Google Shape;479;g3617bb5a9ba_0_411"/>
            <p:cNvGrpSpPr/>
            <p:nvPr/>
          </p:nvGrpSpPr>
          <p:grpSpPr>
            <a:xfrm flipH="1" rot="5400000">
              <a:off x="8103952" y="2323328"/>
              <a:ext cx="471865" cy="38050"/>
              <a:chOff x="6298452" y="2390050"/>
              <a:chExt cx="140725" cy="11350"/>
            </a:xfrm>
          </p:grpSpPr>
          <p:sp>
            <p:nvSpPr>
              <p:cNvPr id="480" name="Google Shape;480;g3617bb5a9ba_0_411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3617bb5a9ba_0_411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g3617bb5a9ba_0_411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3" name="Google Shape;483;g3617bb5a9ba_0_411"/>
            <p:cNvGrpSpPr/>
            <p:nvPr/>
          </p:nvGrpSpPr>
          <p:grpSpPr>
            <a:xfrm rot="5400000">
              <a:off x="5977383" y="2664533"/>
              <a:ext cx="2375894" cy="3296648"/>
              <a:chOff x="2132995" y="960308"/>
              <a:chExt cx="496177" cy="688437"/>
            </a:xfrm>
          </p:grpSpPr>
          <p:sp>
            <p:nvSpPr>
              <p:cNvPr id="484" name="Google Shape;484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g3617bb5a9ba_0_411"/>
            <p:cNvGrpSpPr/>
            <p:nvPr/>
          </p:nvGrpSpPr>
          <p:grpSpPr>
            <a:xfrm>
              <a:off x="1592531" y="555358"/>
              <a:ext cx="457202" cy="78377"/>
              <a:chOff x="3029245" y="907035"/>
              <a:chExt cx="129011" cy="22560"/>
            </a:xfrm>
          </p:grpSpPr>
          <p:sp>
            <p:nvSpPr>
              <p:cNvPr id="490" name="Google Shape;490;g3617bb5a9ba_0_411"/>
              <p:cNvSpPr/>
              <p:nvPr/>
            </p:nvSpPr>
            <p:spPr>
              <a:xfrm>
                <a:off x="3126380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g3617bb5a9ba_0_411"/>
              <p:cNvSpPr/>
              <p:nvPr/>
            </p:nvSpPr>
            <p:spPr>
              <a:xfrm>
                <a:off x="3101902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g3617bb5a9ba_0_411"/>
              <p:cNvSpPr/>
              <p:nvPr/>
            </p:nvSpPr>
            <p:spPr>
              <a:xfrm>
                <a:off x="3077790" y="907035"/>
                <a:ext cx="31922" cy="22560"/>
              </a:xfrm>
              <a:custGeom>
                <a:rect b="b" l="l" r="r" t="t"/>
                <a:pathLst>
                  <a:path extrusionOk="0" h="494" w="699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g3617bb5a9ba_0_411"/>
              <p:cNvSpPr/>
              <p:nvPr/>
            </p:nvSpPr>
            <p:spPr>
              <a:xfrm>
                <a:off x="3053723" y="907035"/>
                <a:ext cx="31511" cy="22560"/>
              </a:xfrm>
              <a:custGeom>
                <a:rect b="b" l="l" r="r" t="t"/>
                <a:pathLst>
                  <a:path extrusionOk="0" h="494" w="69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g3617bb5a9ba_0_411"/>
              <p:cNvSpPr/>
              <p:nvPr/>
            </p:nvSpPr>
            <p:spPr>
              <a:xfrm>
                <a:off x="3029245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" name="Google Shape;495;g3617bb5a9ba_0_411"/>
            <p:cNvSpPr/>
            <p:nvPr/>
          </p:nvSpPr>
          <p:spPr>
            <a:xfrm>
              <a:off x="-1478400" y="2"/>
              <a:ext cx="3381525" cy="1996389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6" name="Google Shape;496;g3617bb5a9ba_0_411"/>
            <p:cNvGrpSpPr/>
            <p:nvPr/>
          </p:nvGrpSpPr>
          <p:grpSpPr>
            <a:xfrm flipH="1">
              <a:off x="465008" y="-564139"/>
              <a:ext cx="2374676" cy="2502550"/>
              <a:chOff x="2011428" y="602777"/>
              <a:chExt cx="774292" cy="815987"/>
            </a:xfrm>
          </p:grpSpPr>
          <p:sp>
            <p:nvSpPr>
              <p:cNvPr id="497" name="Google Shape;497;g3617bb5a9ba_0_411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g3617bb5a9ba_0_411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g3617bb5a9ba_0_411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g3617bb5a9ba_0_411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g3617bb5a9ba_0_411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g3617bb5a9ba_0_411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3" name="Google Shape;503;g3617bb5a9ba_0_411"/>
            <p:cNvGrpSpPr/>
            <p:nvPr/>
          </p:nvGrpSpPr>
          <p:grpSpPr>
            <a:xfrm flipH="1" rot="5400000">
              <a:off x="7897809" y="-611673"/>
              <a:ext cx="1047647" cy="1867549"/>
              <a:chOff x="4549150" y="1401575"/>
              <a:chExt cx="1183114" cy="2109034"/>
            </a:xfrm>
          </p:grpSpPr>
          <p:sp>
            <p:nvSpPr>
              <p:cNvPr id="504" name="Google Shape;504;g3617bb5a9ba_0_411"/>
              <p:cNvSpPr/>
              <p:nvPr/>
            </p:nvSpPr>
            <p:spPr>
              <a:xfrm>
                <a:off x="4549150" y="3383011"/>
                <a:ext cx="148997" cy="127598"/>
              </a:xfrm>
              <a:custGeom>
                <a:rect b="b" l="l" r="r" t="t"/>
                <a:pathLst>
                  <a:path extrusionOk="0" h="1121" w="1309">
                    <a:moveTo>
                      <a:pt x="560" y="300"/>
                    </a:moveTo>
                    <a:cubicBezTo>
                      <a:pt x="796" y="300"/>
                      <a:pt x="912" y="584"/>
                      <a:pt x="748" y="748"/>
                    </a:cubicBezTo>
                    <a:cubicBezTo>
                      <a:pt x="693" y="803"/>
                      <a:pt x="627" y="827"/>
                      <a:pt x="562" y="827"/>
                    </a:cubicBezTo>
                    <a:cubicBezTo>
                      <a:pt x="426" y="827"/>
                      <a:pt x="296" y="721"/>
                      <a:pt x="296" y="564"/>
                    </a:cubicBezTo>
                    <a:cubicBezTo>
                      <a:pt x="296" y="416"/>
                      <a:pt x="416" y="300"/>
                      <a:pt x="560" y="300"/>
                    </a:cubicBezTo>
                    <a:close/>
                    <a:moveTo>
                      <a:pt x="564" y="1"/>
                    </a:moveTo>
                    <a:cubicBezTo>
                      <a:pt x="276" y="1"/>
                      <a:pt x="1" y="226"/>
                      <a:pt x="3" y="564"/>
                    </a:cubicBezTo>
                    <a:cubicBezTo>
                      <a:pt x="3" y="872"/>
                      <a:pt x="252" y="1120"/>
                      <a:pt x="560" y="1120"/>
                    </a:cubicBezTo>
                    <a:cubicBezTo>
                      <a:pt x="1060" y="1120"/>
                      <a:pt x="1308" y="520"/>
                      <a:pt x="956" y="168"/>
                    </a:cubicBezTo>
                    <a:cubicBezTo>
                      <a:pt x="842" y="52"/>
                      <a:pt x="701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g3617bb5a9ba_0_411"/>
              <p:cNvSpPr/>
              <p:nvPr/>
            </p:nvSpPr>
            <p:spPr>
              <a:xfrm>
                <a:off x="4597087" y="1401575"/>
                <a:ext cx="1135177" cy="2004344"/>
              </a:xfrm>
              <a:custGeom>
                <a:rect b="b" l="l" r="r" t="t"/>
                <a:pathLst>
                  <a:path extrusionOk="0" h="17609" w="9973">
                    <a:moveTo>
                      <a:pt x="9724" y="0"/>
                    </a:moveTo>
                    <a:lnTo>
                      <a:pt x="9724" y="2938"/>
                    </a:lnTo>
                    <a:lnTo>
                      <a:pt x="1" y="12661"/>
                    </a:lnTo>
                    <a:lnTo>
                      <a:pt x="1" y="17608"/>
                    </a:lnTo>
                    <a:lnTo>
                      <a:pt x="249" y="17608"/>
                    </a:lnTo>
                    <a:lnTo>
                      <a:pt x="249" y="12765"/>
                    </a:lnTo>
                    <a:lnTo>
                      <a:pt x="9972" y="3042"/>
                    </a:lnTo>
                    <a:lnTo>
                      <a:pt x="99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" name="Google Shape;506;g3617bb5a9ba_0_411"/>
            <p:cNvGrpSpPr/>
            <p:nvPr/>
          </p:nvGrpSpPr>
          <p:grpSpPr>
            <a:xfrm>
              <a:off x="-1552699" y="-385839"/>
              <a:ext cx="2375894" cy="3296648"/>
              <a:chOff x="2132995" y="960308"/>
              <a:chExt cx="496177" cy="688437"/>
            </a:xfrm>
          </p:grpSpPr>
          <p:sp>
            <p:nvSpPr>
              <p:cNvPr id="507" name="Google Shape;507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2" name="Google Shape;512;g3617bb5a9ba_0_411"/>
          <p:cNvSpPr txBox="1"/>
          <p:nvPr>
            <p:ph type="title"/>
          </p:nvPr>
        </p:nvSpPr>
        <p:spPr>
          <a:xfrm>
            <a:off x="1269150" y="1483990"/>
            <a:ext cx="66057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b="1" i="0" sz="30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empresa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"/>
          <p:cNvSpPr/>
          <p:nvPr/>
        </p:nvSpPr>
        <p:spPr>
          <a:xfrm>
            <a:off x="12812293" y="872774"/>
            <a:ext cx="144983" cy="272315"/>
          </a:xfrm>
          <a:custGeom>
            <a:rect b="b" l="l" r="r" t="t"/>
            <a:pathLst>
              <a:path extrusionOk="0" h="1388" w="739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"/>
          <p:cNvSpPr/>
          <p:nvPr/>
        </p:nvSpPr>
        <p:spPr>
          <a:xfrm>
            <a:off x="12634741" y="984406"/>
            <a:ext cx="165975" cy="226210"/>
          </a:xfrm>
          <a:custGeom>
            <a:rect b="b" l="l" r="r" t="t"/>
            <a:pathLst>
              <a:path extrusionOk="0" h="1153" w="846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"/>
          <p:cNvSpPr/>
          <p:nvPr/>
        </p:nvSpPr>
        <p:spPr>
          <a:xfrm>
            <a:off x="12359096" y="2644566"/>
            <a:ext cx="116928" cy="53953"/>
          </a:xfrm>
          <a:custGeom>
            <a:rect b="b" l="l" r="r" t="t"/>
            <a:pathLst>
              <a:path extrusionOk="0" fill="none" h="275" w="596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cap="rnd" cmpd="sng" w="9525">
            <a:solidFill>
              <a:srgbClr val="2AB5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"/>
          <p:cNvSpPr txBox="1"/>
          <p:nvPr>
            <p:ph type="ctrTitle"/>
          </p:nvPr>
        </p:nvSpPr>
        <p:spPr>
          <a:xfrm>
            <a:off x="931500" y="1210625"/>
            <a:ext cx="72810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pt-BR"/>
              <a:t>Serialização e Validação </a:t>
            </a:r>
            <a:endParaRPr/>
          </a:p>
        </p:txBody>
      </p:sp>
      <p:grpSp>
        <p:nvGrpSpPr>
          <p:cNvPr id="521" name="Google Shape;521;p1"/>
          <p:cNvGrpSpPr/>
          <p:nvPr/>
        </p:nvGrpSpPr>
        <p:grpSpPr>
          <a:xfrm>
            <a:off x="888012" y="1440674"/>
            <a:ext cx="300359" cy="299855"/>
            <a:chOff x="1466575" y="2391250"/>
            <a:chExt cx="59575" cy="59475"/>
          </a:xfrm>
        </p:grpSpPr>
        <p:sp>
          <p:nvSpPr>
            <p:cNvPr id="522" name="Google Shape;522;p1"/>
            <p:cNvSpPr/>
            <p:nvPr/>
          </p:nvSpPr>
          <p:spPr>
            <a:xfrm>
              <a:off x="1491600" y="2391250"/>
              <a:ext cx="9425" cy="59475"/>
            </a:xfrm>
            <a:custGeom>
              <a:rect b="b" l="l" r="r" t="t"/>
              <a:pathLst>
                <a:path extrusionOk="0" h="2379" w="377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1466575" y="2416275"/>
              <a:ext cx="59575" cy="9425"/>
            </a:xfrm>
            <a:custGeom>
              <a:rect b="b" l="l" r="r" t="t"/>
              <a:pathLst>
                <a:path extrusionOk="0" h="377" w="2383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"/>
          <p:cNvSpPr txBox="1"/>
          <p:nvPr>
            <p:ph type="title"/>
          </p:nvPr>
        </p:nvSpPr>
        <p:spPr>
          <a:xfrm>
            <a:off x="1045050" y="2195825"/>
            <a:ext cx="70539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600"/>
              <a:t>O que é serialização?</a:t>
            </a:r>
            <a:endParaRPr sz="4200"/>
          </a:p>
        </p:txBody>
      </p:sp>
      <p:sp>
        <p:nvSpPr>
          <p:cNvPr id="529" name="Google Shape;529;p3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"/>
          <p:cNvSpPr txBox="1"/>
          <p:nvPr>
            <p:ph idx="1" type="subTitle"/>
          </p:nvPr>
        </p:nvSpPr>
        <p:spPr>
          <a:xfrm>
            <a:off x="713375" y="1629325"/>
            <a:ext cx="51528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Conversão entre objetos Python Model em formatos como JSON/XML. Necessário para comunicação via HTTP entre cliente e servidor</a:t>
            </a:r>
            <a:endParaRPr sz="2600"/>
          </a:p>
        </p:txBody>
      </p:sp>
      <p:sp>
        <p:nvSpPr>
          <p:cNvPr id="535" name="Google Shape;535;p4"/>
          <p:cNvSpPr txBox="1"/>
          <p:nvPr>
            <p:ph type="title"/>
          </p:nvPr>
        </p:nvSpPr>
        <p:spPr>
          <a:xfrm>
            <a:off x="713370" y="1157127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536" name="Google Shape;536;p4"/>
          <p:cNvSpPr txBox="1"/>
          <p:nvPr/>
        </p:nvSpPr>
        <p:spPr>
          <a:xfrm>
            <a:off x="713375" y="3202350"/>
            <a:ext cx="5152800" cy="1323600"/>
          </a:xfrm>
          <a:prstGeom prst="rect">
            <a:avLst/>
          </a:prstGeom>
          <a:solidFill>
            <a:srgbClr val="FC2E1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class UserModelSerializer(serializers.ModelSerializer):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class Meta: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    model = User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    fields = ['id', 'username', 'email', 'senha']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694d1a41f6_0_58"/>
          <p:cNvSpPr txBox="1"/>
          <p:nvPr>
            <p:ph type="title"/>
          </p:nvPr>
        </p:nvSpPr>
        <p:spPr>
          <a:xfrm>
            <a:off x="1045050" y="2195825"/>
            <a:ext cx="70539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600"/>
              <a:t>Criando a serialização</a:t>
            </a:r>
            <a:endParaRPr sz="4200"/>
          </a:p>
        </p:txBody>
      </p:sp>
      <p:sp>
        <p:nvSpPr>
          <p:cNvPr id="542" name="Google Shape;542;g3694d1a41f6_0_58"/>
          <p:cNvSpPr txBox="1"/>
          <p:nvPr>
            <p:ph idx="2" type="title"/>
          </p:nvPr>
        </p:nvSpPr>
        <p:spPr>
          <a:xfrm>
            <a:off x="3828150" y="1134725"/>
            <a:ext cx="1487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617bb5a9ba_0_3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Model Serializer</a:t>
            </a:r>
            <a:endParaRPr/>
          </a:p>
        </p:txBody>
      </p:sp>
      <p:sp>
        <p:nvSpPr>
          <p:cNvPr id="548" name="Google Shape;548;g3617bb5a9ba_0_3"/>
          <p:cNvSpPr txBox="1"/>
          <p:nvPr/>
        </p:nvSpPr>
        <p:spPr>
          <a:xfrm>
            <a:off x="311825" y="1563600"/>
            <a:ext cx="4344900" cy="2016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class UserModelSerializer(serializers.ModelSerializer):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class Meta: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    model = User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    fields = ['id', 'username', 'email', 'senha']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617bb5a9ba_0_3"/>
          <p:cNvSpPr txBox="1"/>
          <p:nvPr/>
        </p:nvSpPr>
        <p:spPr>
          <a:xfrm>
            <a:off x="4656725" y="870900"/>
            <a:ext cx="38874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ModelSerializer é um atalho do DRF que automaticamente: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Gera os campos com base no model (User)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Gera validações básicas (tipos, required, max_length, etc)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Permite serializar objetos Python → JSON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Permite desserializar JSON → objetos Python (e salvar no banco)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694d1a41f6_0_8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Model Serializer</a:t>
            </a:r>
            <a:endParaRPr/>
          </a:p>
        </p:txBody>
      </p:sp>
      <p:sp>
        <p:nvSpPr>
          <p:cNvPr id="555" name="Google Shape;555;g3694d1a41f6_0_8"/>
          <p:cNvSpPr txBox="1"/>
          <p:nvPr/>
        </p:nvSpPr>
        <p:spPr>
          <a:xfrm>
            <a:off x="311825" y="1563600"/>
            <a:ext cx="4344900" cy="2016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class UserModelSerializer(serializers.ModelSerializer):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class Meta: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    model = User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    fields = ['id', 'username', 'email', 'senha']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694d1a41f6_0_8"/>
          <p:cNvSpPr txBox="1"/>
          <p:nvPr/>
        </p:nvSpPr>
        <p:spPr>
          <a:xfrm>
            <a:off x="4798400" y="1563600"/>
            <a:ext cx="38874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model: Diz qual é o model que o serializer vai usar: neste caso, o model User.</a:t>
            </a:r>
            <a:b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fields:  Lista de campos que o serializer deve incluir.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694d1a41f6_0_22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Model Serializer</a:t>
            </a:r>
            <a:endParaRPr/>
          </a:p>
        </p:txBody>
      </p:sp>
      <p:sp>
        <p:nvSpPr>
          <p:cNvPr id="562" name="Google Shape;562;g3694d1a41f6_0_22"/>
          <p:cNvSpPr txBox="1"/>
          <p:nvPr/>
        </p:nvSpPr>
        <p:spPr>
          <a:xfrm>
            <a:off x="640050" y="894000"/>
            <a:ext cx="7863900" cy="3771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@api_view(['POST'])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def criar_usuario(request):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serializer = UserModelSerializer(data=request.data)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if serializer.is_valid():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user = serializer.save()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return Response({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    'id': user.id,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    'username': user.username,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    'email': user.email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}, status=status.HTTP_201_CREATED)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return Response(serializer.errors, status=status.HTTP_400_BAD_REQUEST)</a:t>
            </a:r>
            <a:endParaRPr sz="17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7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694d1a41f6_0_30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Model Serializer</a:t>
            </a:r>
            <a:endParaRPr/>
          </a:p>
        </p:txBody>
      </p:sp>
      <p:sp>
        <p:nvSpPr>
          <p:cNvPr id="568" name="Google Shape;568;g3694d1a41f6_0_30"/>
          <p:cNvSpPr txBox="1"/>
          <p:nvPr/>
        </p:nvSpPr>
        <p:spPr>
          <a:xfrm>
            <a:off x="1433400" y="1292663"/>
            <a:ext cx="6277200" cy="14931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accent4"/>
                </a:solidFill>
              </a:rPr>
              <a:t>@api_view(['POST'])</a:t>
            </a:r>
            <a:endParaRPr sz="17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accent4"/>
                </a:solidFill>
              </a:rPr>
              <a:t>def criar_usuario(request):</a:t>
            </a:r>
            <a:endParaRPr sz="17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accent4"/>
                </a:solidFill>
              </a:rPr>
              <a:t>    serializer = UserModelSerializer(data=request.data)</a:t>
            </a:r>
            <a:endParaRPr sz="17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4"/>
              </a:solidFill>
            </a:endParaRPr>
          </a:p>
        </p:txBody>
      </p:sp>
      <p:sp>
        <p:nvSpPr>
          <p:cNvPr id="569" name="Google Shape;569;g3694d1a41f6_0_30"/>
          <p:cNvSpPr txBox="1"/>
          <p:nvPr/>
        </p:nvSpPr>
        <p:spPr>
          <a:xfrm>
            <a:off x="1596450" y="3334775"/>
            <a:ext cx="595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serializer: Cria um serializer a partir dos dados enviados pelo cliente.</a:t>
            </a:r>
            <a:br>
              <a:rPr b="1"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694d1a41f6_0_38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Model Serializer</a:t>
            </a:r>
            <a:endParaRPr/>
          </a:p>
        </p:txBody>
      </p:sp>
      <p:sp>
        <p:nvSpPr>
          <p:cNvPr id="575" name="Google Shape;575;g3694d1a41f6_0_38"/>
          <p:cNvSpPr txBox="1"/>
          <p:nvPr/>
        </p:nvSpPr>
        <p:spPr>
          <a:xfrm>
            <a:off x="2319300" y="883450"/>
            <a:ext cx="4505400" cy="10158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if serializer.is_valid():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user = serializer.save()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576" name="Google Shape;576;g3694d1a41f6_0_38"/>
          <p:cNvSpPr txBox="1"/>
          <p:nvPr/>
        </p:nvSpPr>
        <p:spPr>
          <a:xfrm>
            <a:off x="2628300" y="1899250"/>
            <a:ext cx="38874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Roda as validações automáticas (required, max_length, tipo de campo, etc.)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Roda as validações personalizadas, como validate_email()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 tudo estiver ok, retorna True e salva no banco de dados com .save()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694d1a41f6_0_44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Model Serializer</a:t>
            </a:r>
            <a:endParaRPr/>
          </a:p>
        </p:txBody>
      </p:sp>
      <p:sp>
        <p:nvSpPr>
          <p:cNvPr id="582" name="Google Shape;582;g3694d1a41f6_0_44"/>
          <p:cNvSpPr txBox="1"/>
          <p:nvPr/>
        </p:nvSpPr>
        <p:spPr>
          <a:xfrm>
            <a:off x="374400" y="743650"/>
            <a:ext cx="8395200" cy="18471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return Response({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    'id': user.id,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    'username': user.username,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    'email': user.email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}, status=status.HTTP_201_CREATED)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return Response(serializer.errors, status=status.HTTP_400_BAD_REQUEST)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583" name="Google Shape;583;g3694d1a41f6_0_44"/>
          <p:cNvSpPr txBox="1"/>
          <p:nvPr/>
        </p:nvSpPr>
        <p:spPr>
          <a:xfrm>
            <a:off x="374400" y="2824700"/>
            <a:ext cx="38874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Caso tudo dê certo retorna os dados do novo usuário criado e o código de status 201 “HTTP 201 (Created)”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g3694d1a41f6_0_44"/>
          <p:cNvSpPr txBox="1"/>
          <p:nvPr/>
        </p:nvSpPr>
        <p:spPr>
          <a:xfrm>
            <a:off x="4831775" y="2824700"/>
            <a:ext cx="3429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 o serializer não for válido (ex: email inválido), retorna um dicionário com os erros: serializer.errors “Status HTTP 400 (Bad Request)”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694d1a41f6_0_63"/>
          <p:cNvSpPr txBox="1"/>
          <p:nvPr>
            <p:ph type="title"/>
          </p:nvPr>
        </p:nvSpPr>
        <p:spPr>
          <a:xfrm>
            <a:off x="1045050" y="2195825"/>
            <a:ext cx="70539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600"/>
              <a:t>Criando a validação</a:t>
            </a:r>
            <a:endParaRPr sz="4200"/>
          </a:p>
        </p:txBody>
      </p:sp>
      <p:sp>
        <p:nvSpPr>
          <p:cNvPr id="590" name="Google Shape;590;g3694d1a41f6_0_63"/>
          <p:cNvSpPr txBox="1"/>
          <p:nvPr>
            <p:ph idx="2" type="title"/>
          </p:nvPr>
        </p:nvSpPr>
        <p:spPr>
          <a:xfrm>
            <a:off x="3828150" y="1134725"/>
            <a:ext cx="1487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694d1a41f6_0_68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Validação</a:t>
            </a:r>
            <a:endParaRPr/>
          </a:p>
        </p:txBody>
      </p:sp>
      <p:sp>
        <p:nvSpPr>
          <p:cNvPr id="596" name="Google Shape;596;g3694d1a41f6_0_68"/>
          <p:cNvSpPr txBox="1"/>
          <p:nvPr/>
        </p:nvSpPr>
        <p:spPr>
          <a:xfrm>
            <a:off x="1185600" y="743650"/>
            <a:ext cx="6772800" cy="1569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def validate_email(self, value):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    if not value.endswith('@empresa.com'):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        raise serializers.ValidationError("Use um e-mail corporativo.")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    return value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597" name="Google Shape;597;g3694d1a41f6_0_68"/>
          <p:cNvSpPr txBox="1"/>
          <p:nvPr/>
        </p:nvSpPr>
        <p:spPr>
          <a:xfrm>
            <a:off x="720000" y="2470450"/>
            <a:ext cx="3474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if: Checa se o valor do campo email termina com '@</a:t>
            </a:r>
            <a:r>
              <a:rPr b="1" lang="pt-BR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empresa.com</a:t>
            </a: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'.</a:t>
            </a:r>
            <a:b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 a validação passou, retorna o valor (o DRF usa esse valor validado para criar o objeto).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g3694d1a41f6_0_68"/>
          <p:cNvSpPr txBox="1"/>
          <p:nvPr/>
        </p:nvSpPr>
        <p:spPr>
          <a:xfrm>
            <a:off x="4194300" y="2470450"/>
            <a:ext cx="38397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Lança uma exceção de validação: o DRF vai: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Marcar o serializer como inválido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Guardar esse erro dentro de serializer.errors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694d1a41f6_1_0"/>
          <p:cNvSpPr txBox="1"/>
          <p:nvPr>
            <p:ph type="title"/>
          </p:nvPr>
        </p:nvSpPr>
        <p:spPr>
          <a:xfrm>
            <a:off x="974885" y="1351734"/>
            <a:ext cx="35037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800"/>
              <a:t>FAÇAM O PASSO A PASSO:</a:t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000">
                <a:solidFill>
                  <a:schemeClr val="dk2"/>
                </a:solidFill>
              </a:rPr>
              <a:t>Passo a Passo 3 - Fundamentos de APIs RESTful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604" name="Google Shape;604;g3694d1a41f6_1_0"/>
          <p:cNvSpPr/>
          <p:nvPr/>
        </p:nvSpPr>
        <p:spPr>
          <a:xfrm>
            <a:off x="4905097" y="1017269"/>
            <a:ext cx="3743400" cy="2809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5" name="Google Shape;605;g3694d1a41f6_1_0"/>
          <p:cNvGrpSpPr/>
          <p:nvPr/>
        </p:nvGrpSpPr>
        <p:grpSpPr>
          <a:xfrm>
            <a:off x="4905097" y="4262657"/>
            <a:ext cx="3293462" cy="92817"/>
            <a:chOff x="819025" y="3822075"/>
            <a:chExt cx="891450" cy="25125"/>
          </a:xfrm>
        </p:grpSpPr>
        <p:sp>
          <p:nvSpPr>
            <p:cNvPr id="606" name="Google Shape;606;g3694d1a41f6_1_0"/>
            <p:cNvSpPr/>
            <p:nvPr/>
          </p:nvSpPr>
          <p:spPr>
            <a:xfrm>
              <a:off x="819025" y="3822375"/>
              <a:ext cx="891450" cy="24825"/>
            </a:xfrm>
            <a:custGeom>
              <a:rect b="b" l="l" r="r" t="t"/>
              <a:pathLst>
                <a:path extrusionOk="0" h="993" w="35658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g3694d1a41f6_1_0"/>
            <p:cNvSpPr/>
            <p:nvPr/>
          </p:nvSpPr>
          <p:spPr>
            <a:xfrm>
              <a:off x="1235525" y="3823575"/>
              <a:ext cx="134825" cy="14025"/>
            </a:xfrm>
            <a:custGeom>
              <a:rect b="b" l="l" r="r" t="t"/>
              <a:pathLst>
                <a:path extrusionOk="0" h="561" w="5393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3694d1a41f6_1_0"/>
            <p:cNvSpPr/>
            <p:nvPr/>
          </p:nvSpPr>
          <p:spPr>
            <a:xfrm>
              <a:off x="1027875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g3694d1a41f6_1_0"/>
            <p:cNvSpPr/>
            <p:nvPr/>
          </p:nvSpPr>
          <p:spPr>
            <a:xfrm>
              <a:off x="1042475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3694d1a41f6_1_0"/>
            <p:cNvSpPr/>
            <p:nvPr/>
          </p:nvSpPr>
          <p:spPr>
            <a:xfrm>
              <a:off x="1057100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3694d1a41f6_1_0"/>
            <p:cNvSpPr/>
            <p:nvPr/>
          </p:nvSpPr>
          <p:spPr>
            <a:xfrm>
              <a:off x="10717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3694d1a41f6_1_0"/>
            <p:cNvSpPr/>
            <p:nvPr/>
          </p:nvSpPr>
          <p:spPr>
            <a:xfrm>
              <a:off x="10863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IFs de Man Of Steel Meme | Tenor" id="613" name="Google Shape;613;g3694d1a41f6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7150" y="1212246"/>
            <a:ext cx="3479168" cy="2419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694d1a41f6_0_81"/>
          <p:cNvSpPr txBox="1"/>
          <p:nvPr>
            <p:ph type="title"/>
          </p:nvPr>
        </p:nvSpPr>
        <p:spPr>
          <a:xfrm>
            <a:off x="1045050" y="2195825"/>
            <a:ext cx="70539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600"/>
              <a:t>Exemplos de validação</a:t>
            </a:r>
            <a:endParaRPr sz="4200"/>
          </a:p>
        </p:txBody>
      </p:sp>
      <p:sp>
        <p:nvSpPr>
          <p:cNvPr id="619" name="Google Shape;619;g3694d1a41f6_0_81"/>
          <p:cNvSpPr txBox="1"/>
          <p:nvPr>
            <p:ph idx="2" type="title"/>
          </p:nvPr>
        </p:nvSpPr>
        <p:spPr>
          <a:xfrm>
            <a:off x="3828150" y="1134725"/>
            <a:ext cx="1487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94d1a41f6_0_86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Menor que X</a:t>
            </a:r>
            <a:endParaRPr/>
          </a:p>
        </p:txBody>
      </p:sp>
      <p:sp>
        <p:nvSpPr>
          <p:cNvPr id="625" name="Google Shape;625;g3694d1a41f6_0_86"/>
          <p:cNvSpPr txBox="1"/>
          <p:nvPr/>
        </p:nvSpPr>
        <p:spPr>
          <a:xfrm>
            <a:off x="640050" y="1786800"/>
            <a:ext cx="7863900" cy="1569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def validate_preco(self, value):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if value &lt; 0: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raise serializers.ValidationError("O preço não pode ser negativo.")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return value</a:t>
            </a:r>
            <a:endParaRPr sz="18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694d1a41f6_0_92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Maior que X</a:t>
            </a:r>
            <a:endParaRPr/>
          </a:p>
        </p:txBody>
      </p:sp>
      <p:sp>
        <p:nvSpPr>
          <p:cNvPr id="631" name="Google Shape;631;g3694d1a41f6_0_92"/>
          <p:cNvSpPr txBox="1"/>
          <p:nvPr/>
        </p:nvSpPr>
        <p:spPr>
          <a:xfrm>
            <a:off x="640050" y="1786800"/>
            <a:ext cx="7863900" cy="1569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def validate_ano_fabricacao(self, value):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if value &gt; 21: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raise serializers.ValidationError("Idade não pode ser maior que 21")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return value</a:t>
            </a:r>
            <a:endParaRPr sz="18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94d1a41f6_0_98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Precisa terminar com X</a:t>
            </a:r>
            <a:endParaRPr/>
          </a:p>
        </p:txBody>
      </p:sp>
      <p:sp>
        <p:nvSpPr>
          <p:cNvPr id="637" name="Google Shape;637;g3694d1a41f6_0_98"/>
          <p:cNvSpPr txBox="1"/>
          <p:nvPr/>
        </p:nvSpPr>
        <p:spPr>
          <a:xfrm>
            <a:off x="640050" y="1786800"/>
            <a:ext cx="7863900" cy="1569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def validate_email(self, value):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if not value.endswith('@empresa.com'):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raise serializers.ValidationError("Use um e-mail corporativo.")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return value</a:t>
            </a:r>
            <a:endParaRPr sz="18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694d1a41f6_0_107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Precisa ser igual a X</a:t>
            </a:r>
            <a:endParaRPr/>
          </a:p>
        </p:txBody>
      </p:sp>
      <p:sp>
        <p:nvSpPr>
          <p:cNvPr id="643" name="Google Shape;643;g3694d1a41f6_0_107"/>
          <p:cNvSpPr txBox="1"/>
          <p:nvPr/>
        </p:nvSpPr>
        <p:spPr>
          <a:xfrm>
            <a:off x="640050" y="1786800"/>
            <a:ext cx="7863900" cy="18471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def validate(self, data):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if data['senha'] != data['confirmar_senha']: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raise serializers.ValidationError({"confirmar_senha": "As senhas não coincidem."})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return data</a:t>
            </a:r>
            <a:endParaRPr sz="18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694d1a41f6_0_113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Não pode ser vazio</a:t>
            </a:r>
            <a:endParaRPr/>
          </a:p>
        </p:txBody>
      </p:sp>
      <p:sp>
        <p:nvSpPr>
          <p:cNvPr id="649" name="Google Shape;649;g3694d1a41f6_0_113"/>
          <p:cNvSpPr txBox="1"/>
          <p:nvPr/>
        </p:nvSpPr>
        <p:spPr>
          <a:xfrm>
            <a:off x="640050" y="1786800"/>
            <a:ext cx="7863900" cy="1569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def validate_nome(self, value):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if not value.strip():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    raise serializers.ValidationError("O nome não pode estar em branco.")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4"/>
                </a:solidFill>
              </a:rPr>
              <a:t>    return value</a:t>
            </a:r>
            <a:endParaRPr sz="18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0"/>
          <p:cNvSpPr txBox="1"/>
          <p:nvPr/>
        </p:nvSpPr>
        <p:spPr>
          <a:xfrm>
            <a:off x="2779350" y="4208208"/>
            <a:ext cx="3585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20"/>
          <p:cNvSpPr txBox="1"/>
          <p:nvPr>
            <p:ph type="title"/>
          </p:nvPr>
        </p:nvSpPr>
        <p:spPr>
          <a:xfrm>
            <a:off x="2483145" y="2085300"/>
            <a:ext cx="417771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