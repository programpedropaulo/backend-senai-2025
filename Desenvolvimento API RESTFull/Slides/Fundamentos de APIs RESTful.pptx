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Fredoka"/>
      <p:regular r:id="rId35"/>
      <p:bold r:id="rId36"/>
    </p:embeddedFont>
    <p:embeddedFont>
      <p:font typeface="Roboto"/>
      <p:regular r:id="rId37"/>
      <p:bold r:id="rId38"/>
      <p:italic r:id="rId39"/>
      <p:boldItalic r:id="rId40"/>
    </p:embeddedFont>
    <p:embeddedFont>
      <p:font typeface="Palanquin Dark"/>
      <p:regular r:id="rId41"/>
      <p:bold r:id="rId42"/>
    </p:embeddedFont>
    <p:embeddedFont>
      <p:font typeface="Orbitron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iq5RzoDfrM4mtGrswzx2TFMV8Dn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aulo Victo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A191FB-90DE-4146-AFF6-022ECF672BD0}">
  <a:tblStyle styleId="{6CA191FB-90DE-4146-AFF6-022ECF672BD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4.xml"/><Relationship Id="rId42" Type="http://schemas.openxmlformats.org/officeDocument/2006/relationships/font" Target="fonts/PalanquinDark-bold.fntdata"/><Relationship Id="rId41" Type="http://schemas.openxmlformats.org/officeDocument/2006/relationships/font" Target="fonts/PalanquinDark-regular.fntdata"/><Relationship Id="rId22" Type="http://schemas.openxmlformats.org/officeDocument/2006/relationships/slide" Target="slides/slide16.xml"/><Relationship Id="rId44" Type="http://schemas.openxmlformats.org/officeDocument/2006/relationships/font" Target="fonts/Orbitron-bold.fntdata"/><Relationship Id="rId21" Type="http://schemas.openxmlformats.org/officeDocument/2006/relationships/slide" Target="slides/slide15.xml"/><Relationship Id="rId43" Type="http://schemas.openxmlformats.org/officeDocument/2006/relationships/font" Target="fonts/Orbitron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Fredoka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regular.fntdata"/><Relationship Id="rId14" Type="http://schemas.openxmlformats.org/officeDocument/2006/relationships/slide" Target="slides/slide8.xml"/><Relationship Id="rId36" Type="http://schemas.openxmlformats.org/officeDocument/2006/relationships/font" Target="fonts/Fredoka-bold.fntdata"/><Relationship Id="rId17" Type="http://schemas.openxmlformats.org/officeDocument/2006/relationships/slide" Target="slides/slide11.xml"/><Relationship Id="rId39" Type="http://schemas.openxmlformats.org/officeDocument/2006/relationships/font" Target="fonts/Roboto-italic.fntdata"/><Relationship Id="rId16" Type="http://schemas.openxmlformats.org/officeDocument/2006/relationships/slide" Target="slides/slide10.xml"/><Relationship Id="rId38" Type="http://schemas.openxmlformats.org/officeDocument/2006/relationships/font" Target="fonts/Robo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11T22:52:05.829">
    <p:pos x="6000" y="0"/>
    <p:text>{
"usuarios": [
{
"id": 1,
"nome": "João Silva",
"email": "joao.silva@email.com",
"ativo": true
},
{
"id": 2,
"nome": "Maria Oliveira",
"email": "maria.oliveira@email.com",
"ativo": false
}
]
}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lnczRx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7bc45a5d3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67bc45a5d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687487514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368748751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17bb5a9ba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617bb5a9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7bc45a5d3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67bc45a5d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7bc45a5d3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67bc45a5d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6874875140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687487514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67bc45a5d3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67bc45a5d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6874875140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687487514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617bb5a9b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g3617bb5a9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67bc45a5d3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67bc45a5d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7bc45a5d3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67bc45a5d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7bc45a5d3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67bc45a5d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67bc45a5d3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367bc45a5d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67d925cb38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67d925cb3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67bc45a5d3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g367bc45a5d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67bc45a5d3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67bc45a5d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67d925cb38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67d925cb3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67d925cb38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367d925cb3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67d925cb38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367d925cb3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67d925cb38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67d925cb3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67d925cb38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67d925cb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67bc45a5d3_0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67bc45a5d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2"/>
            <p:cNvSpPr/>
            <p:nvPr/>
          </p:nvSpPr>
          <p:spPr>
            <a:xfrm>
              <a:off x="-1901322" y="1923004"/>
              <a:ext cx="2552990" cy="1507257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2"/>
            <p:cNvSpPr/>
            <p:nvPr/>
          </p:nvSpPr>
          <p:spPr>
            <a:xfrm>
              <a:off x="-929521" y="-366300"/>
              <a:ext cx="3031815" cy="200457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2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26;p2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2"/>
          <p:cNvGrpSpPr/>
          <p:nvPr/>
        </p:nvGrpSpPr>
        <p:grpSpPr>
          <a:xfrm>
            <a:off x="5634700" y="-1073869"/>
            <a:ext cx="7542167" cy="7636641"/>
            <a:chOff x="5482300" y="-1150069"/>
            <a:chExt cx="7542167" cy="7636641"/>
          </a:xfrm>
        </p:grpSpPr>
        <p:sp>
          <p:nvSpPr>
            <p:cNvPr id="30" name="Google Shape;30;p22"/>
            <p:cNvSpPr/>
            <p:nvPr/>
          </p:nvSpPr>
          <p:spPr>
            <a:xfrm flipH="1" rot="10800000">
              <a:off x="6369828" y="-1150069"/>
              <a:ext cx="6654639" cy="7636641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" name="Google Shape;31;p22"/>
            <p:cNvGrpSpPr/>
            <p:nvPr/>
          </p:nvGrpSpPr>
          <p:grpSpPr>
            <a:xfrm flipH="1" rot="10800000">
              <a:off x="6016263" y="1621718"/>
              <a:ext cx="2553081" cy="3705672"/>
              <a:chOff x="6769513" y="299393"/>
              <a:chExt cx="1308620" cy="1899526"/>
            </a:xfrm>
          </p:grpSpPr>
          <p:sp>
            <p:nvSpPr>
              <p:cNvPr id="32" name="Google Shape;32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2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" name="Google Shape;48;p22"/>
            <p:cNvSpPr/>
            <p:nvPr/>
          </p:nvSpPr>
          <p:spPr>
            <a:xfrm flipH="1" rot="10800000">
              <a:off x="7424539" y="4645063"/>
              <a:ext cx="727773" cy="727773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22"/>
          <p:cNvSpPr txBox="1"/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22"/>
          <p:cNvSpPr txBox="1"/>
          <p:nvPr>
            <p:ph idx="1" type="subTitle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2" type="subTitle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23"/>
          <p:cNvSpPr txBox="1"/>
          <p:nvPr>
            <p:ph idx="4" type="subTitle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5" type="subTitle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23"/>
          <p:cNvSpPr txBox="1"/>
          <p:nvPr>
            <p:ph idx="7" type="subTitle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8" type="subTitle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13" type="title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23"/>
          <p:cNvSpPr txBox="1"/>
          <p:nvPr>
            <p:ph idx="14" type="subTitle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5" type="subTitle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65" name="Google Shape;65;p2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66" name="Google Shape;66;p23"/>
            <p:cNvSpPr/>
            <p:nvPr/>
          </p:nvSpPr>
          <p:spPr>
            <a:xfrm>
              <a:off x="-3389800" y="-360873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" name="Google Shape;67;p23"/>
            <p:cNvGrpSpPr/>
            <p:nvPr/>
          </p:nvGrpSpPr>
          <p:grpSpPr>
            <a:xfrm>
              <a:off x="-1419600" y="387590"/>
              <a:ext cx="2381712" cy="3328976"/>
              <a:chOff x="7655072" y="-407632"/>
              <a:chExt cx="2008528" cy="2807367"/>
            </a:xfrm>
          </p:grpSpPr>
          <p:sp>
            <p:nvSpPr>
              <p:cNvPr id="68" name="Google Shape;68;p2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74" name="Google Shape;74;p2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2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77" name="Google Shape;77;p2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" name="Google Shape;80;p2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81" name="Google Shape;81;p23"/>
            <p:cNvSpPr/>
            <p:nvPr/>
          </p:nvSpPr>
          <p:spPr>
            <a:xfrm>
              <a:off x="6133478" y="-10886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2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83" name="Google Shape;83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23"/>
            <p:cNvGrpSpPr/>
            <p:nvPr/>
          </p:nvGrpSpPr>
          <p:grpSpPr>
            <a:xfrm>
              <a:off x="8389396" y="1055350"/>
              <a:ext cx="1228885" cy="2188720"/>
              <a:chOff x="8389396" y="1055350"/>
              <a:chExt cx="1228885" cy="2188720"/>
            </a:xfrm>
          </p:grpSpPr>
          <p:sp>
            <p:nvSpPr>
              <p:cNvPr id="92" name="Google Shape;92;p2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4"/>
          <p:cNvGrpSpPr/>
          <p:nvPr/>
        </p:nvGrpSpPr>
        <p:grpSpPr>
          <a:xfrm>
            <a:off x="-1373076" y="-1209900"/>
            <a:ext cx="11890151" cy="7563300"/>
            <a:chOff x="-1373076" y="-1366629"/>
            <a:chExt cx="11890151" cy="7563300"/>
          </a:xfrm>
        </p:grpSpPr>
        <p:sp>
          <p:nvSpPr>
            <p:cNvPr id="96" name="Google Shape;96;p24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" name="Google Shape;97;p24"/>
            <p:cNvGrpSpPr/>
            <p:nvPr/>
          </p:nvGrpSpPr>
          <p:grpSpPr>
            <a:xfrm>
              <a:off x="5467203" y="316173"/>
              <a:ext cx="5049872" cy="5880498"/>
              <a:chOff x="5462123" y="316173"/>
              <a:chExt cx="5049872" cy="5880498"/>
            </a:xfrm>
          </p:grpSpPr>
          <p:sp>
            <p:nvSpPr>
              <p:cNvPr id="98" name="Google Shape;98;p24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rect b="b" l="l" r="r" t="t"/>
                <a:pathLst>
                  <a:path extrusionOk="0" h="13154" w="22289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" name="Google Shape;99;p24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100" name="Google Shape;100;p24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rect b="b" l="l" r="r" t="t"/>
                  <a:pathLst>
                    <a:path extrusionOk="0" h="60996" w="43776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Google Shape;101;p24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rect b="b" l="l" r="r" t="t"/>
                  <a:pathLst>
                    <a:path extrusionOk="0" h="7539" w="7539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p24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rect b="b" l="l" r="r" t="t"/>
                  <a:pathLst>
                    <a:path extrusionOk="0" h="1854" w="2158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24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rect b="b" l="l" r="r" t="t"/>
                  <a:pathLst>
                    <a:path extrusionOk="0" h="1849" w="2162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p24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rect b="b" l="l" r="r" t="t"/>
                  <a:pathLst>
                    <a:path extrusionOk="0" h="6629" w="11293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5" name="Google Shape;105;p24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-1311941" y="-578758"/>
              <a:ext cx="4078254" cy="2696967"/>
            </a:xfrm>
            <a:custGeom>
              <a:rect b="b" l="l" r="r" t="t"/>
              <a:pathLst>
                <a:path extrusionOk="0" h="20595" w="31143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" name="Google Shape;107;p24"/>
            <p:cNvGrpSpPr/>
            <p:nvPr/>
          </p:nvGrpSpPr>
          <p:grpSpPr>
            <a:xfrm flipH="1">
              <a:off x="1274214" y="4295411"/>
              <a:ext cx="647438" cy="321825"/>
              <a:chOff x="7990044" y="3252744"/>
              <a:chExt cx="516875" cy="256925"/>
            </a:xfrm>
          </p:grpSpPr>
          <p:sp>
            <p:nvSpPr>
              <p:cNvPr id="108" name="Google Shape;108;p24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4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4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4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4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4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4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4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24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117" name="Google Shape;117;p24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rect b="b" l="l" r="r" t="t"/>
                <a:pathLst>
                  <a:path extrusionOk="0" h="6326" w="902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4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4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4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rect b="b" l="l" r="r" t="t"/>
                <a:pathLst>
                  <a:path extrusionOk="0" h="11365" w="11393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24"/>
            <p:cNvGrpSpPr/>
            <p:nvPr/>
          </p:nvGrpSpPr>
          <p:grpSpPr>
            <a:xfrm>
              <a:off x="-1373076" y="1927074"/>
              <a:ext cx="2698430" cy="3917462"/>
              <a:chOff x="7726148" y="679122"/>
              <a:chExt cx="2698430" cy="3917462"/>
            </a:xfrm>
          </p:grpSpPr>
          <p:sp>
            <p:nvSpPr>
              <p:cNvPr id="124" name="Google Shape;124;p24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4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rect b="b" l="l" r="r" t="t"/>
                <a:pathLst>
                  <a:path extrusionOk="0" h="1522" w="1774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4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rect b="b" l="l" r="r" t="t"/>
                <a:pathLst>
                  <a:path extrusionOk="0" h="19191" w="12594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4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rect b="b" l="l" r="r" t="t"/>
                <a:pathLst>
                  <a:path extrusionOk="0" h="10589" w="6701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24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131" name="Google Shape;131;p24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4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24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134" name="Google Shape;134;p24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rect b="b" l="l" r="r" t="t"/>
                <a:pathLst>
                  <a:path extrusionOk="0" h="1157" w="1635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4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4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4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4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" name="Google Shape;139;p24"/>
            <p:cNvSpPr/>
            <p:nvPr/>
          </p:nvSpPr>
          <p:spPr>
            <a:xfrm>
              <a:off x="7306875" y="4600447"/>
              <a:ext cx="2229499" cy="657745"/>
            </a:xfrm>
            <a:custGeom>
              <a:rect b="b" l="l" r="r" t="t"/>
              <a:pathLst>
                <a:path extrusionOk="0" h="6486" w="21985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rect b="b" l="l" r="r" t="t"/>
              <a:pathLst>
                <a:path extrusionOk="0" h="22361" w="15781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4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2" name="Google Shape;142;p24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9pPr>
          </a:lstStyle>
          <a:p/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147" name="Google Shape;147;p25"/>
          <p:cNvGrpSpPr/>
          <p:nvPr/>
        </p:nvGrpSpPr>
        <p:grpSpPr>
          <a:xfrm>
            <a:off x="4590435" y="-1007875"/>
            <a:ext cx="6038601" cy="7441010"/>
            <a:chOff x="4590435" y="-1007875"/>
            <a:chExt cx="6038601" cy="7441010"/>
          </a:xfrm>
        </p:grpSpPr>
        <p:sp>
          <p:nvSpPr>
            <p:cNvPr id="148" name="Google Shape;148;p25"/>
            <p:cNvSpPr/>
            <p:nvPr/>
          </p:nvSpPr>
          <p:spPr>
            <a:xfrm>
              <a:off x="5025290" y="1403608"/>
              <a:ext cx="5603746" cy="5029527"/>
            </a:xfrm>
            <a:custGeom>
              <a:rect b="b" l="l" r="r" t="t"/>
              <a:pathLst>
                <a:path extrusionOk="0" h="62162" w="69259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4590435" y="-831208"/>
              <a:ext cx="5930985" cy="6805915"/>
            </a:xfrm>
            <a:custGeom>
              <a:rect b="b" l="l" r="r" t="t"/>
              <a:pathLst>
                <a:path extrusionOk="0" h="79795" w="69537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25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151" name="Google Shape;151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5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rect b="b" l="l" r="r" t="t"/>
                <a:pathLst>
                  <a:path extrusionOk="0" h="1276" w="1332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5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rect b="b" l="l" r="r" t="t"/>
                <a:pathLst>
                  <a:path extrusionOk="0" h="1276" w="1277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25"/>
            <p:cNvGrpSpPr/>
            <p:nvPr/>
          </p:nvGrpSpPr>
          <p:grpSpPr>
            <a:xfrm>
              <a:off x="5052941" y="-1007875"/>
              <a:ext cx="3372033" cy="3579622"/>
              <a:chOff x="6474042" y="-61911"/>
              <a:chExt cx="4446246" cy="4719966"/>
            </a:xfrm>
          </p:grpSpPr>
          <p:sp>
            <p:nvSpPr>
              <p:cNvPr id="160" name="Google Shape;160;p25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5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rect b="b" l="l" r="r" t="t"/>
                <a:pathLst>
                  <a:path extrusionOk="0" h="5490" w="5491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5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rect b="b" l="l" r="r" t="t"/>
                <a:pathLst>
                  <a:path extrusionOk="0" h="2275" w="2274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5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5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" name="Google Shape;165;p25"/>
            <p:cNvSpPr/>
            <p:nvPr/>
          </p:nvSpPr>
          <p:spPr>
            <a:xfrm>
              <a:off x="7522237" y="-209327"/>
              <a:ext cx="1798786" cy="1791641"/>
            </a:xfrm>
            <a:custGeom>
              <a:rect b="b" l="l" r="r" t="t"/>
              <a:pathLst>
                <a:path extrusionOk="0" h="13974" w="1403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" name="Google Shape;166;p25"/>
            <p:cNvGrpSpPr/>
            <p:nvPr/>
          </p:nvGrpSpPr>
          <p:grpSpPr>
            <a:xfrm>
              <a:off x="6066323" y="845916"/>
              <a:ext cx="3431384" cy="3617770"/>
              <a:chOff x="5563238" y="409147"/>
              <a:chExt cx="4473190" cy="4716164"/>
            </a:xfrm>
          </p:grpSpPr>
          <p:sp>
            <p:nvSpPr>
              <p:cNvPr id="167" name="Google Shape;167;p25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5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rect b="b" l="l" r="r" t="t"/>
                <a:pathLst>
                  <a:path extrusionOk="0" h="5490" w="5547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5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5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rect b="b" l="l" r="r" t="t"/>
                <a:pathLst>
                  <a:path extrusionOk="0" h="2275" w="2275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5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5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rect b="b" l="l" r="r" t="t"/>
                <a:pathLst>
                  <a:path extrusionOk="0" h="13974" w="1403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25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174" name="Google Shape;174;p25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rect b="b" l="l" r="r" t="t"/>
                <a:pathLst>
                  <a:path extrusionOk="0" h="2330" w="389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5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rect b="b" l="l" r="r" t="t"/>
                <a:pathLst>
                  <a:path extrusionOk="0" h="334" w="233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25"/>
            <p:cNvGrpSpPr/>
            <p:nvPr/>
          </p:nvGrpSpPr>
          <p:grpSpPr>
            <a:xfrm>
              <a:off x="8049231" y="4543486"/>
              <a:ext cx="744776" cy="130184"/>
              <a:chOff x="8829494" y="3047299"/>
              <a:chExt cx="744776" cy="130184"/>
            </a:xfrm>
          </p:grpSpPr>
          <p:sp>
            <p:nvSpPr>
              <p:cNvPr id="177" name="Google Shape;177;p25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5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5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5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5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25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183" name="Google Shape;183;p25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rect b="b" l="l" r="r" t="t"/>
                <a:pathLst>
                  <a:path extrusionOk="0" h="722" w="4382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rect b="b" l="l" r="r" t="t"/>
                <a:pathLst>
                  <a:path extrusionOk="0" h="722" w="2164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5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rect b="b" l="l" r="r" t="t"/>
                <a:pathLst>
                  <a:path extrusionOk="0" h="722" w="722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25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187" name="Google Shape;187;p25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rect b="b" l="l" r="r" t="t"/>
                <a:pathLst>
                  <a:path extrusionOk="0" h="9040" w="30499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7"/>
          <p:cNvGrpSpPr/>
          <p:nvPr/>
        </p:nvGrpSpPr>
        <p:grpSpPr>
          <a:xfrm>
            <a:off x="-655997" y="3837819"/>
            <a:ext cx="4859943" cy="2698430"/>
            <a:chOff x="-788304" y="3837819"/>
            <a:chExt cx="4859943" cy="2698430"/>
          </a:xfrm>
        </p:grpSpPr>
        <p:sp>
          <p:nvSpPr>
            <p:cNvPr id="191" name="Google Shape;191;p27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27"/>
            <p:cNvGrpSpPr/>
            <p:nvPr/>
          </p:nvGrpSpPr>
          <p:grpSpPr>
            <a:xfrm flipH="1">
              <a:off x="1320303" y="4461358"/>
              <a:ext cx="647438" cy="321825"/>
              <a:chOff x="7990044" y="3252744"/>
              <a:chExt cx="516875" cy="256925"/>
            </a:xfrm>
          </p:grpSpPr>
          <p:sp>
            <p:nvSpPr>
              <p:cNvPr id="193" name="Google Shape;193;p27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7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7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7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7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7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27"/>
            <p:cNvGrpSpPr/>
            <p:nvPr/>
          </p:nvGrpSpPr>
          <p:grpSpPr>
            <a:xfrm rot="5400000">
              <a:off x="813121" y="3277731"/>
              <a:ext cx="2698430" cy="3818606"/>
              <a:chOff x="7726148" y="777978"/>
              <a:chExt cx="2698430" cy="3818606"/>
            </a:xfrm>
          </p:grpSpPr>
          <p:sp>
            <p:nvSpPr>
              <p:cNvPr id="202" name="Google Shape;202;p27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7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7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5" name="Google Shape;205;p27"/>
          <p:cNvGrpSpPr/>
          <p:nvPr/>
        </p:nvGrpSpPr>
        <p:grpSpPr>
          <a:xfrm flipH="1">
            <a:off x="5745067" y="-1801575"/>
            <a:ext cx="4054930" cy="3690696"/>
            <a:chOff x="-626842" y="-1801575"/>
            <a:chExt cx="4054930" cy="3690696"/>
          </a:xfrm>
        </p:grpSpPr>
        <p:sp>
          <p:nvSpPr>
            <p:cNvPr id="206" name="Google Shape;206;p27"/>
            <p:cNvSpPr/>
            <p:nvPr/>
          </p:nvSpPr>
          <p:spPr>
            <a:xfrm>
              <a:off x="-626842" y="-190870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" name="Google Shape;207;p27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208" name="Google Shape;208;p27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7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27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213" name="Google Shape;213;p27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5" name="Google Shape;215;p27"/>
          <p:cNvSpPr txBox="1"/>
          <p:nvPr>
            <p:ph type="title"/>
          </p:nvPr>
        </p:nvSpPr>
        <p:spPr>
          <a:xfrm>
            <a:off x="1478734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27"/>
          <p:cNvSpPr txBox="1"/>
          <p:nvPr>
            <p:ph idx="1" type="subTitle"/>
          </p:nvPr>
        </p:nvSpPr>
        <p:spPr>
          <a:xfrm>
            <a:off x="777784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2" type="subTitle"/>
          </p:nvPr>
        </p:nvSpPr>
        <p:spPr>
          <a:xfrm>
            <a:off x="777784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3" type="title"/>
          </p:nvPr>
        </p:nvSpPr>
        <p:spPr>
          <a:xfrm>
            <a:off x="412904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9" name="Google Shape;219;p27"/>
          <p:cNvSpPr txBox="1"/>
          <p:nvPr>
            <p:ph idx="4" type="subTitle"/>
          </p:nvPr>
        </p:nvSpPr>
        <p:spPr>
          <a:xfrm>
            <a:off x="3428103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5" type="subTitle"/>
          </p:nvPr>
        </p:nvSpPr>
        <p:spPr>
          <a:xfrm>
            <a:off x="3428103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6" type="title"/>
          </p:nvPr>
        </p:nvSpPr>
        <p:spPr>
          <a:xfrm>
            <a:off x="67793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7" type="subTitle"/>
          </p:nvPr>
        </p:nvSpPr>
        <p:spPr>
          <a:xfrm>
            <a:off x="6078416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3" name="Google Shape;223;p27"/>
          <p:cNvSpPr txBox="1"/>
          <p:nvPr>
            <p:ph idx="8" type="subTitle"/>
          </p:nvPr>
        </p:nvSpPr>
        <p:spPr>
          <a:xfrm>
            <a:off x="6078416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9"/>
          <p:cNvGrpSpPr/>
          <p:nvPr/>
        </p:nvGrpSpPr>
        <p:grpSpPr>
          <a:xfrm>
            <a:off x="5604680" y="538591"/>
            <a:ext cx="6322114" cy="7255046"/>
            <a:chOff x="5604680" y="557027"/>
            <a:chExt cx="6322114" cy="7255046"/>
          </a:xfrm>
        </p:grpSpPr>
        <p:sp>
          <p:nvSpPr>
            <p:cNvPr id="227" name="Google Shape;227;p29"/>
            <p:cNvSpPr/>
            <p:nvPr/>
          </p:nvSpPr>
          <p:spPr>
            <a:xfrm flipH="1">
              <a:off x="5604680" y="557027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" name="Google Shape;228;p29"/>
            <p:cNvGrpSpPr/>
            <p:nvPr/>
          </p:nvGrpSpPr>
          <p:grpSpPr>
            <a:xfrm flipH="1">
              <a:off x="8026531" y="1401565"/>
              <a:ext cx="2381712" cy="3328976"/>
              <a:chOff x="7655072" y="-407632"/>
              <a:chExt cx="2008528" cy="2807367"/>
            </a:xfrm>
          </p:grpSpPr>
          <p:sp>
            <p:nvSpPr>
              <p:cNvPr id="229" name="Google Shape;229;p29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9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9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9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9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29"/>
            <p:cNvGrpSpPr/>
            <p:nvPr/>
          </p:nvGrpSpPr>
          <p:grpSpPr>
            <a:xfrm flipH="1">
              <a:off x="8235374" y="641977"/>
              <a:ext cx="1029648" cy="1806572"/>
              <a:chOff x="455034" y="-121633"/>
              <a:chExt cx="629947" cy="1105275"/>
            </a:xfrm>
          </p:grpSpPr>
          <p:sp>
            <p:nvSpPr>
              <p:cNvPr id="235" name="Google Shape;235;p29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9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29"/>
            <p:cNvGrpSpPr/>
            <p:nvPr/>
          </p:nvGrpSpPr>
          <p:grpSpPr>
            <a:xfrm flipH="1">
              <a:off x="6862715" y="4692498"/>
              <a:ext cx="471865" cy="38050"/>
              <a:chOff x="6298452" y="2390050"/>
              <a:chExt cx="140725" cy="11350"/>
            </a:xfrm>
          </p:grpSpPr>
          <p:sp>
            <p:nvSpPr>
              <p:cNvPr id="238" name="Google Shape;238;p29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29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9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1" name="Google Shape;241;p29"/>
          <p:cNvGrpSpPr/>
          <p:nvPr/>
        </p:nvGrpSpPr>
        <p:grpSpPr>
          <a:xfrm>
            <a:off x="-2438675" y="1770046"/>
            <a:ext cx="6322101" cy="5677064"/>
            <a:chOff x="-2438675" y="1770046"/>
            <a:chExt cx="6322101" cy="5677064"/>
          </a:xfrm>
        </p:grpSpPr>
        <p:sp>
          <p:nvSpPr>
            <p:cNvPr id="242" name="Google Shape;242;p29"/>
            <p:cNvSpPr/>
            <p:nvPr/>
          </p:nvSpPr>
          <p:spPr>
            <a:xfrm>
              <a:off x="-2438675" y="1770046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" name="Google Shape;243;p29"/>
            <p:cNvGrpSpPr/>
            <p:nvPr/>
          </p:nvGrpSpPr>
          <p:grpSpPr>
            <a:xfrm flipH="1" rot="-5400000">
              <a:off x="358472" y="2658178"/>
              <a:ext cx="618213" cy="306426"/>
              <a:chOff x="5989375" y="1843575"/>
              <a:chExt cx="136525" cy="67675"/>
            </a:xfrm>
          </p:grpSpPr>
          <p:sp>
            <p:nvSpPr>
              <p:cNvPr id="244" name="Google Shape;244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9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9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29"/>
            <p:cNvGrpSpPr/>
            <p:nvPr/>
          </p:nvGrpSpPr>
          <p:grpSpPr>
            <a:xfrm flipH="1">
              <a:off x="-408087" y="3405850"/>
              <a:ext cx="1228885" cy="2188720"/>
              <a:chOff x="8389396" y="1055350"/>
              <a:chExt cx="1228885" cy="2188720"/>
            </a:xfrm>
          </p:grpSpPr>
          <p:sp>
            <p:nvSpPr>
              <p:cNvPr id="253" name="Google Shape;253;p29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9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1370700" y="1401575"/>
            <a:ext cx="6402600" cy="26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256" name="Google Shape;256;p29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g361ad1c8480_0_384"/>
          <p:cNvGrpSpPr/>
          <p:nvPr/>
        </p:nvGrpSpPr>
        <p:grpSpPr>
          <a:xfrm>
            <a:off x="-1088076" y="-1000251"/>
            <a:ext cx="3803738" cy="4516378"/>
            <a:chOff x="-1060422" y="-1000251"/>
            <a:chExt cx="3803738" cy="4516378"/>
          </a:xfrm>
        </p:grpSpPr>
        <p:sp>
          <p:nvSpPr>
            <p:cNvPr id="259" name="Google Shape;259;g361ad1c8480_0_384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" name="Google Shape;260;g361ad1c8480_0_384"/>
            <p:cNvGrpSpPr/>
            <p:nvPr/>
          </p:nvGrpSpPr>
          <p:grpSpPr>
            <a:xfrm>
              <a:off x="945462" y="736364"/>
              <a:ext cx="219510" cy="219124"/>
              <a:chOff x="1466575" y="2391250"/>
              <a:chExt cx="59575" cy="59475"/>
            </a:xfrm>
          </p:grpSpPr>
          <p:sp>
            <p:nvSpPr>
              <p:cNvPr id="261" name="Google Shape;261;g361ad1c8480_0_384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g361ad1c8480_0_384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g361ad1c8480_0_384"/>
            <p:cNvGrpSpPr/>
            <p:nvPr/>
          </p:nvGrpSpPr>
          <p:grpSpPr>
            <a:xfrm>
              <a:off x="-384165" y="-1000251"/>
              <a:ext cx="3127481" cy="4516378"/>
              <a:chOff x="278244" y="-184324"/>
              <a:chExt cx="2358228" cy="3405503"/>
            </a:xfrm>
          </p:grpSpPr>
          <p:grpSp>
            <p:nvGrpSpPr>
              <p:cNvPr id="264" name="Google Shape;264;g361ad1c8480_0_384"/>
              <p:cNvGrpSpPr/>
              <p:nvPr/>
            </p:nvGrpSpPr>
            <p:grpSpPr>
              <a:xfrm>
                <a:off x="278244" y="-184324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65" name="Google Shape;265;g361ad1c8480_0_384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g361ad1c8480_0_384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g361ad1c8480_0_38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g361ad1c8480_0_384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g361ad1c8480_0_38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0" name="Google Shape;270;g361ad1c8480_0_38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1" name="Google Shape;271;g361ad1c8480_0_384"/>
          <p:cNvGrpSpPr/>
          <p:nvPr/>
        </p:nvGrpSpPr>
        <p:grpSpPr>
          <a:xfrm>
            <a:off x="265778" y="4373866"/>
            <a:ext cx="4306225" cy="2966903"/>
            <a:chOff x="293431" y="4373866"/>
            <a:chExt cx="4306225" cy="2966903"/>
          </a:xfrm>
        </p:grpSpPr>
        <p:grpSp>
          <p:nvGrpSpPr>
            <p:cNvPr id="272" name="Google Shape;272;g361ad1c8480_0_384"/>
            <p:cNvGrpSpPr/>
            <p:nvPr/>
          </p:nvGrpSpPr>
          <p:grpSpPr>
            <a:xfrm>
              <a:off x="3565699" y="4429964"/>
              <a:ext cx="801674" cy="397824"/>
              <a:chOff x="1622300" y="2291700"/>
              <a:chExt cx="118800" cy="58950"/>
            </a:xfrm>
          </p:grpSpPr>
          <p:sp>
            <p:nvSpPr>
              <p:cNvPr id="273" name="Google Shape;273;g361ad1c8480_0_384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g361ad1c8480_0_384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g361ad1c8480_0_384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g361ad1c8480_0_384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1" name="Google Shape;281;g361ad1c8480_0_384"/>
            <p:cNvGrpSpPr/>
            <p:nvPr/>
          </p:nvGrpSpPr>
          <p:grpSpPr>
            <a:xfrm flipH="1" rot="5400000">
              <a:off x="963092" y="3704205"/>
              <a:ext cx="2966903" cy="4306225"/>
              <a:chOff x="6769513" y="299393"/>
              <a:chExt cx="1308620" cy="1899526"/>
            </a:xfrm>
          </p:grpSpPr>
          <p:sp>
            <p:nvSpPr>
              <p:cNvPr id="282" name="Google Shape;282;g361ad1c8480_0_38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g361ad1c8480_0_38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g361ad1c8480_0_38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g361ad1c8480_0_38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g361ad1c8480_0_38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g361ad1c8480_0_38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8" name="Google Shape;288;g361ad1c8480_0_384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9" name="Google Shape;289;g361ad1c8480_0_384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30"/>
          <p:cNvGrpSpPr/>
          <p:nvPr/>
        </p:nvGrpSpPr>
        <p:grpSpPr>
          <a:xfrm>
            <a:off x="6302380" y="-753973"/>
            <a:ext cx="4838247" cy="8737197"/>
            <a:chOff x="6149980" y="-753973"/>
            <a:chExt cx="4838247" cy="8737197"/>
          </a:xfrm>
        </p:grpSpPr>
        <p:sp>
          <p:nvSpPr>
            <p:cNvPr id="292" name="Google Shape;292;p30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3" name="Google Shape;293;p30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294" name="Google Shape;294;p30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0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6" name="Google Shape;296;p30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297" name="Google Shape;297;p30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98" name="Google Shape;298;p30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30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Google Shape;300;p30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30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Google Shape;302;p30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3" name="Google Shape;303;p30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4" name="Google Shape;304;p30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" name="Google Shape;305;p30"/>
            <p:cNvGrpSpPr/>
            <p:nvPr/>
          </p:nvGrpSpPr>
          <p:grpSpPr>
            <a:xfrm>
              <a:off x="7560791" y="3580603"/>
              <a:ext cx="3173104" cy="4402621"/>
              <a:chOff x="2132995" y="960308"/>
              <a:chExt cx="496177" cy="688437"/>
            </a:xfrm>
          </p:grpSpPr>
          <p:sp>
            <p:nvSpPr>
              <p:cNvPr id="306" name="Google Shape;306;p30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0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0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0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0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1" name="Google Shape;311;p30"/>
          <p:cNvGrpSpPr/>
          <p:nvPr/>
        </p:nvGrpSpPr>
        <p:grpSpPr>
          <a:xfrm>
            <a:off x="-2749105" y="-2045482"/>
            <a:ext cx="6654696" cy="9234462"/>
            <a:chOff x="-2596705" y="-2045482"/>
            <a:chExt cx="6654696" cy="9234462"/>
          </a:xfrm>
        </p:grpSpPr>
        <p:grpSp>
          <p:nvGrpSpPr>
            <p:cNvPr id="312" name="Google Shape;312;p30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313" name="Google Shape;313;p30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0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0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0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1" name="Google Shape;321;p30"/>
            <p:cNvSpPr/>
            <p:nvPr/>
          </p:nvSpPr>
          <p:spPr>
            <a:xfrm>
              <a:off x="-2596705" y="-1246603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2" name="Google Shape;322;p30"/>
            <p:cNvGrpSpPr/>
            <p:nvPr/>
          </p:nvGrpSpPr>
          <p:grpSpPr>
            <a:xfrm rot="10800000">
              <a:off x="-1185762" y="-2045482"/>
              <a:ext cx="2901864" cy="4211820"/>
              <a:chOff x="6769513" y="299393"/>
              <a:chExt cx="1308620" cy="1899526"/>
            </a:xfrm>
          </p:grpSpPr>
          <p:sp>
            <p:nvSpPr>
              <p:cNvPr id="323" name="Google Shape;323;p30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0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0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0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0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0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9" name="Google Shape;329;p30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" name="Google Shape;330;p30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331" name="Google Shape;331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30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338" name="Google Shape;338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4" name="Google Shape;344;p30"/>
          <p:cNvSpPr txBox="1"/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1" type="subTitle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46" name="Google Shape;346;p30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6"/>
          <p:cNvGrpSpPr/>
          <p:nvPr/>
        </p:nvGrpSpPr>
        <p:grpSpPr>
          <a:xfrm>
            <a:off x="-1088076" y="-1000252"/>
            <a:ext cx="3803739" cy="4516379"/>
            <a:chOff x="-1060422" y="-1000252"/>
            <a:chExt cx="3803739" cy="4516379"/>
          </a:xfrm>
        </p:grpSpPr>
        <p:sp>
          <p:nvSpPr>
            <p:cNvPr id="349" name="Google Shape;349;p26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26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351" name="Google Shape;351;p26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26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354" name="Google Shape;354;p26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55" name="Google Shape;355;p26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356;p26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2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26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2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0" name="Google Shape;360;p2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1" name="Google Shape;361;p26"/>
          <p:cNvGrpSpPr/>
          <p:nvPr/>
        </p:nvGrpSpPr>
        <p:grpSpPr>
          <a:xfrm>
            <a:off x="265777" y="4373873"/>
            <a:ext cx="4306226" cy="2966902"/>
            <a:chOff x="293430" y="4373873"/>
            <a:chExt cx="4306226" cy="2966902"/>
          </a:xfrm>
        </p:grpSpPr>
        <p:grpSp>
          <p:nvGrpSpPr>
            <p:cNvPr id="362" name="Google Shape;362;p26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363" name="Google Shape;363;p26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6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6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6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26"/>
            <p:cNvGrpSpPr/>
            <p:nvPr/>
          </p:nvGrpSpPr>
          <p:grpSpPr>
            <a:xfrm flipH="1" rot="5400000">
              <a:off x="963092" y="3704211"/>
              <a:ext cx="2966902" cy="4306226"/>
              <a:chOff x="6769513" y="299393"/>
              <a:chExt cx="1308620" cy="1899526"/>
            </a:xfrm>
          </p:grpSpPr>
          <p:sp>
            <p:nvSpPr>
              <p:cNvPr id="372" name="Google Shape;372;p26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6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" name="Google Shape;378;p26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9" name="Google Shape;379;p26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28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382" name="Google Shape;382;p28"/>
            <p:cNvSpPr/>
            <p:nvPr/>
          </p:nvSpPr>
          <p:spPr>
            <a:xfrm>
              <a:off x="5368428" y="-23718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" name="Google Shape;383;p28"/>
            <p:cNvGrpSpPr/>
            <p:nvPr/>
          </p:nvGrpSpPr>
          <p:grpSpPr>
            <a:xfrm flipH="1" rot="-5400000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384" name="Google Shape;384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8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8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2" name="Google Shape;392;p28"/>
            <p:cNvGrpSpPr/>
            <p:nvPr/>
          </p:nvGrpSpPr>
          <p:grpSpPr>
            <a:xfrm>
              <a:off x="8375532" y="539146"/>
              <a:ext cx="1228885" cy="2188720"/>
              <a:chOff x="8389396" y="1055350"/>
              <a:chExt cx="1228885" cy="2188720"/>
            </a:xfrm>
          </p:grpSpPr>
          <p:sp>
            <p:nvSpPr>
              <p:cNvPr id="393" name="Google Shape;393;p28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8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5" name="Google Shape;395;p28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396" name="Google Shape;396;p28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397" name="Google Shape;397;p28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8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8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28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401" name="Google Shape;401;p28"/>
              <p:cNvGrpSpPr/>
              <p:nvPr/>
            </p:nvGrpSpPr>
            <p:grpSpPr>
              <a:xfrm>
                <a:off x="-1553565" y="387590"/>
                <a:ext cx="2381712" cy="3328976"/>
                <a:chOff x="7655072" y="-407632"/>
                <a:chExt cx="2008528" cy="2807367"/>
              </a:xfrm>
            </p:grpSpPr>
            <p:sp>
              <p:nvSpPr>
                <p:cNvPr id="402" name="Google Shape;402;p28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rect b="b" l="l" r="r" t="t"/>
                  <a:pathLst>
                    <a:path extrusionOk="0" h="45293" w="32508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28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rect b="b" l="l" r="r" t="t"/>
                  <a:pathLst>
                    <a:path extrusionOk="0" h="5600" w="5597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28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rect b="b" l="l" r="r" t="t"/>
                  <a:pathLst>
                    <a:path extrusionOk="0" h="1373" w="1374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28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rect b="b" l="l" r="r" t="t"/>
                  <a:pathLst>
                    <a:path extrusionOk="0" h="1377" w="1606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28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rect b="b" l="l" r="r" t="t"/>
                  <a:pathLst>
                    <a:path extrusionOk="0" h="4924" w="8383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" name="Google Shape;407;p28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408" name="Google Shape;408;p28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rect b="b" l="l" r="r" t="t"/>
                  <a:pathLst>
                    <a:path extrusionOk="0" h="82432" w="71832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28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rect b="b" l="l" r="r" t="t"/>
                  <a:pathLst>
                    <a:path extrusionOk="0" h="17609" w="9972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10" name="Google Shape;410;p28"/>
          <p:cNvSpPr txBox="1"/>
          <p:nvPr>
            <p:ph idx="1" type="subTitle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1" name="Google Shape;411;p28"/>
          <p:cNvSpPr txBox="1"/>
          <p:nvPr>
            <p:ph idx="2" type="subTitle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2" name="Google Shape;412;p28"/>
          <p:cNvSpPr txBox="1"/>
          <p:nvPr>
            <p:ph idx="3" type="subTitle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3" name="Google Shape;413;p28"/>
          <p:cNvSpPr txBox="1"/>
          <p:nvPr>
            <p:ph idx="4" type="subTitle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415" name="Google Shape;415;p28"/>
          <p:cNvSpPr txBox="1"/>
          <p:nvPr>
            <p:ph idx="5" type="title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6" name="Google Shape;416;p28"/>
          <p:cNvSpPr txBox="1"/>
          <p:nvPr>
            <p:ph idx="6" type="title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2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420" name="Google Shape;420;p32"/>
            <p:cNvSpPr/>
            <p:nvPr/>
          </p:nvSpPr>
          <p:spPr>
            <a:xfrm>
              <a:off x="-1296571" y="0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" name="Google Shape;421;p32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422" name="Google Shape;422;p3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423" name="Google Shape;423;p3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3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3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" name="Google Shape;426;p3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3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8" name="Google Shape;428;p3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9" name="Google Shape;429;p32"/>
          <p:cNvGrpSpPr/>
          <p:nvPr/>
        </p:nvGrpSpPr>
        <p:grpSpPr>
          <a:xfrm>
            <a:off x="5245253" y="-441860"/>
            <a:ext cx="6654696" cy="9380357"/>
            <a:chOff x="5245253" y="-441860"/>
            <a:chExt cx="6654696" cy="9380357"/>
          </a:xfrm>
        </p:grpSpPr>
        <p:sp>
          <p:nvSpPr>
            <p:cNvPr id="430" name="Google Shape;430;p32"/>
            <p:cNvSpPr/>
            <p:nvPr/>
          </p:nvSpPr>
          <p:spPr>
            <a:xfrm flipH="1" rot="10800000">
              <a:off x="5245253" y="1301790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" name="Google Shape;431;p32"/>
            <p:cNvGrpSpPr/>
            <p:nvPr/>
          </p:nvGrpSpPr>
          <p:grpSpPr>
            <a:xfrm flipH="1">
              <a:off x="8418770" y="-441860"/>
              <a:ext cx="2708843" cy="3931640"/>
              <a:chOff x="6769513" y="299393"/>
              <a:chExt cx="1308620" cy="1899526"/>
            </a:xfrm>
          </p:grpSpPr>
          <p:sp>
            <p:nvSpPr>
              <p:cNvPr id="432" name="Google Shape;432;p3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" name="Google Shape;438;p3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 flipH="1" rot="10800000">
              <a:off x="8796218" y="3575323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3"/>
          <p:cNvGrpSpPr/>
          <p:nvPr/>
        </p:nvGrpSpPr>
        <p:grpSpPr>
          <a:xfrm flipH="1" rot="10800000">
            <a:off x="8002875" y="-893617"/>
            <a:ext cx="1599392" cy="2188720"/>
            <a:chOff x="8051125" y="4018221"/>
            <a:chExt cx="1599392" cy="2188720"/>
          </a:xfrm>
        </p:grpSpPr>
        <p:sp>
          <p:nvSpPr>
            <p:cNvPr id="442" name="Google Shape;442;p33"/>
            <p:cNvSpPr/>
            <p:nvPr/>
          </p:nvSpPr>
          <p:spPr>
            <a:xfrm>
              <a:off x="8051125" y="4157250"/>
              <a:ext cx="1311339" cy="1311189"/>
            </a:xfrm>
            <a:custGeom>
              <a:rect b="b" l="l" r="r" t="t"/>
              <a:pathLst>
                <a:path extrusionOk="0" h="8762" w="8763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p33"/>
            <p:cNvGrpSpPr/>
            <p:nvPr/>
          </p:nvGrpSpPr>
          <p:grpSpPr>
            <a:xfrm>
              <a:off x="8421632" y="4018221"/>
              <a:ext cx="1228885" cy="2188720"/>
              <a:chOff x="8389396" y="1055350"/>
              <a:chExt cx="1228885" cy="2188720"/>
            </a:xfrm>
          </p:grpSpPr>
          <p:sp>
            <p:nvSpPr>
              <p:cNvPr id="444" name="Google Shape;444;p3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3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33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447" name="Google Shape;447;p33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448" name="Google Shape;448;p33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rect b="b" l="l" r="r" t="t"/>
                <a:pathLst>
                  <a:path extrusionOk="0" h="82432" w="71832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3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p33"/>
            <p:cNvGrpSpPr/>
            <p:nvPr/>
          </p:nvGrpSpPr>
          <p:grpSpPr>
            <a:xfrm flipH="1" rot="-5400000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451" name="Google Shape;451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3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3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g3617bb5a9ba_0_411"/>
          <p:cNvGrpSpPr/>
          <p:nvPr/>
        </p:nvGrpSpPr>
        <p:grpSpPr>
          <a:xfrm>
            <a:off x="-1897800" y="-564139"/>
            <a:ext cx="12137626" cy="7877285"/>
            <a:chOff x="-1897800" y="-564139"/>
            <a:chExt cx="12137626" cy="7877285"/>
          </a:xfrm>
        </p:grpSpPr>
        <p:sp>
          <p:nvSpPr>
            <p:cNvPr id="461" name="Google Shape;461;g3617bb5a9ba_0_411"/>
            <p:cNvSpPr/>
            <p:nvPr/>
          </p:nvSpPr>
          <p:spPr>
            <a:xfrm flipH="1">
              <a:off x="6899664" y="-444798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617bb5a9ba_0_411"/>
            <p:cNvSpPr/>
            <p:nvPr/>
          </p:nvSpPr>
          <p:spPr>
            <a:xfrm>
              <a:off x="-1897800" y="1636082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g3617bb5a9ba_0_411"/>
            <p:cNvGrpSpPr/>
            <p:nvPr/>
          </p:nvGrpSpPr>
          <p:grpSpPr>
            <a:xfrm>
              <a:off x="2033622" y="4281745"/>
              <a:ext cx="618213" cy="306426"/>
              <a:chOff x="5989375" y="1843575"/>
              <a:chExt cx="136525" cy="67675"/>
            </a:xfrm>
          </p:grpSpPr>
          <p:sp>
            <p:nvSpPr>
              <p:cNvPr id="464" name="Google Shape;464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617bb5a9ba_0_411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617bb5a9ba_0_411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" name="Google Shape;472;g3617bb5a9ba_0_411"/>
            <p:cNvGrpSpPr/>
            <p:nvPr/>
          </p:nvGrpSpPr>
          <p:grpSpPr>
            <a:xfrm>
              <a:off x="726170" y="3312113"/>
              <a:ext cx="1228885" cy="2188720"/>
              <a:chOff x="8389396" y="1055350"/>
              <a:chExt cx="1228885" cy="2188720"/>
            </a:xfrm>
          </p:grpSpPr>
          <p:sp>
            <p:nvSpPr>
              <p:cNvPr id="473" name="Google Shape;473;g3617bb5a9ba_0_411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g3617bb5a9ba_0_411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" name="Google Shape;475;g3617bb5a9ba_0_411"/>
            <p:cNvSpPr/>
            <p:nvPr/>
          </p:nvSpPr>
          <p:spPr>
            <a:xfrm>
              <a:off x="6877775" y="3554813"/>
              <a:ext cx="3075605" cy="2033485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6" name="Google Shape;476;g3617bb5a9ba_0_411"/>
            <p:cNvGrpSpPr/>
            <p:nvPr/>
          </p:nvGrpSpPr>
          <p:grpSpPr>
            <a:xfrm flipH="1" rot="5400000">
              <a:off x="8547291" y="741426"/>
              <a:ext cx="1228900" cy="2156170"/>
              <a:chOff x="455034" y="-121633"/>
              <a:chExt cx="629947" cy="1105275"/>
            </a:xfrm>
          </p:grpSpPr>
          <p:sp>
            <p:nvSpPr>
              <p:cNvPr id="477" name="Google Shape;477;g3617bb5a9ba_0_411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g3617bb5a9ba_0_411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" name="Google Shape;479;g3617bb5a9ba_0_411"/>
            <p:cNvGrpSpPr/>
            <p:nvPr/>
          </p:nvGrpSpPr>
          <p:grpSpPr>
            <a:xfrm flipH="1" rot="5400000">
              <a:off x="8103952" y="2323328"/>
              <a:ext cx="471865" cy="38050"/>
              <a:chOff x="6298452" y="2390050"/>
              <a:chExt cx="140725" cy="11350"/>
            </a:xfrm>
          </p:grpSpPr>
          <p:sp>
            <p:nvSpPr>
              <p:cNvPr id="480" name="Google Shape;480;g3617bb5a9ba_0_411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3617bb5a9ba_0_411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3617bb5a9ba_0_411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3" name="Google Shape;483;g3617bb5a9ba_0_411"/>
            <p:cNvGrpSpPr/>
            <p:nvPr/>
          </p:nvGrpSpPr>
          <p:grpSpPr>
            <a:xfrm rot="5400000">
              <a:off x="5977383" y="2664533"/>
              <a:ext cx="2375894" cy="3296648"/>
              <a:chOff x="2132995" y="960308"/>
              <a:chExt cx="496177" cy="688437"/>
            </a:xfrm>
          </p:grpSpPr>
          <p:sp>
            <p:nvSpPr>
              <p:cNvPr id="484" name="Google Shape;484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g3617bb5a9ba_0_411"/>
            <p:cNvGrpSpPr/>
            <p:nvPr/>
          </p:nvGrpSpPr>
          <p:grpSpPr>
            <a:xfrm>
              <a:off x="1592531" y="555358"/>
              <a:ext cx="457202" cy="78377"/>
              <a:chOff x="3029245" y="907035"/>
              <a:chExt cx="129011" cy="22560"/>
            </a:xfrm>
          </p:grpSpPr>
          <p:sp>
            <p:nvSpPr>
              <p:cNvPr id="490" name="Google Shape;490;g3617bb5a9ba_0_411"/>
              <p:cNvSpPr/>
              <p:nvPr/>
            </p:nvSpPr>
            <p:spPr>
              <a:xfrm>
                <a:off x="3126380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g3617bb5a9ba_0_411"/>
              <p:cNvSpPr/>
              <p:nvPr/>
            </p:nvSpPr>
            <p:spPr>
              <a:xfrm>
                <a:off x="3101902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g3617bb5a9ba_0_411"/>
              <p:cNvSpPr/>
              <p:nvPr/>
            </p:nvSpPr>
            <p:spPr>
              <a:xfrm>
                <a:off x="3077790" y="907035"/>
                <a:ext cx="31922" cy="22560"/>
              </a:xfrm>
              <a:custGeom>
                <a:rect b="b" l="l" r="r" t="t"/>
                <a:pathLst>
                  <a:path extrusionOk="0" h="494" w="699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g3617bb5a9ba_0_411"/>
              <p:cNvSpPr/>
              <p:nvPr/>
            </p:nvSpPr>
            <p:spPr>
              <a:xfrm>
                <a:off x="3053723" y="907035"/>
                <a:ext cx="31511" cy="22560"/>
              </a:xfrm>
              <a:custGeom>
                <a:rect b="b" l="l" r="r" t="t"/>
                <a:pathLst>
                  <a:path extrusionOk="0" h="494" w="69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g3617bb5a9ba_0_411"/>
              <p:cNvSpPr/>
              <p:nvPr/>
            </p:nvSpPr>
            <p:spPr>
              <a:xfrm>
                <a:off x="3029245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" name="Google Shape;495;g3617bb5a9ba_0_411"/>
            <p:cNvSpPr/>
            <p:nvPr/>
          </p:nvSpPr>
          <p:spPr>
            <a:xfrm>
              <a:off x="-1478400" y="2"/>
              <a:ext cx="3381525" cy="1996389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6" name="Google Shape;496;g3617bb5a9ba_0_411"/>
            <p:cNvGrpSpPr/>
            <p:nvPr/>
          </p:nvGrpSpPr>
          <p:grpSpPr>
            <a:xfrm flipH="1">
              <a:off x="465008" y="-564139"/>
              <a:ext cx="2374676" cy="2502550"/>
              <a:chOff x="2011428" y="602777"/>
              <a:chExt cx="774292" cy="815987"/>
            </a:xfrm>
          </p:grpSpPr>
          <p:sp>
            <p:nvSpPr>
              <p:cNvPr id="497" name="Google Shape;497;g3617bb5a9ba_0_411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g3617bb5a9ba_0_411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g3617bb5a9ba_0_411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g3617bb5a9ba_0_411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g3617bb5a9ba_0_411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g3617bb5a9ba_0_411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" name="Google Shape;503;g3617bb5a9ba_0_411"/>
            <p:cNvGrpSpPr/>
            <p:nvPr/>
          </p:nvGrpSpPr>
          <p:grpSpPr>
            <a:xfrm flipH="1" rot="5400000">
              <a:off x="7897809" y="-611673"/>
              <a:ext cx="1047647" cy="1867549"/>
              <a:chOff x="4549150" y="1401575"/>
              <a:chExt cx="1183114" cy="2109034"/>
            </a:xfrm>
          </p:grpSpPr>
          <p:sp>
            <p:nvSpPr>
              <p:cNvPr id="504" name="Google Shape;504;g3617bb5a9ba_0_411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rect b="b" l="l" r="r" t="t"/>
                <a:pathLst>
                  <a:path extrusionOk="0" h="1121" w="1309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g3617bb5a9ba_0_411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rect b="b" l="l" r="r" t="t"/>
                <a:pathLst>
                  <a:path extrusionOk="0" h="17609" w="9973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" name="Google Shape;506;g3617bb5a9ba_0_411"/>
            <p:cNvGrpSpPr/>
            <p:nvPr/>
          </p:nvGrpSpPr>
          <p:grpSpPr>
            <a:xfrm>
              <a:off x="-1552699" y="-385839"/>
              <a:ext cx="2375894" cy="3296648"/>
              <a:chOff x="2132995" y="960308"/>
              <a:chExt cx="496177" cy="688437"/>
            </a:xfrm>
          </p:grpSpPr>
          <p:sp>
            <p:nvSpPr>
              <p:cNvPr id="507" name="Google Shape;507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2" name="Google Shape;512;g3617bb5a9ba_0_411"/>
          <p:cNvSpPr txBox="1"/>
          <p:nvPr>
            <p:ph type="title"/>
          </p:nvPr>
        </p:nvSpPr>
        <p:spPr>
          <a:xfrm>
            <a:off x="1269150" y="1483990"/>
            <a:ext cx="66057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b="1" i="0" sz="30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.xml"/><Relationship Id="rId4" Type="http://schemas.openxmlformats.org/officeDocument/2006/relationships/image" Target="../media/image2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"/>
          <p:cNvSpPr/>
          <p:nvPr/>
        </p:nvSpPr>
        <p:spPr>
          <a:xfrm>
            <a:off x="12812293" y="872774"/>
            <a:ext cx="144983" cy="272315"/>
          </a:xfrm>
          <a:custGeom>
            <a:rect b="b" l="l" r="r" t="t"/>
            <a:pathLst>
              <a:path extrusionOk="0" h="1388" w="739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"/>
          <p:cNvSpPr/>
          <p:nvPr/>
        </p:nvSpPr>
        <p:spPr>
          <a:xfrm>
            <a:off x="12634741" y="984406"/>
            <a:ext cx="165975" cy="226210"/>
          </a:xfrm>
          <a:custGeom>
            <a:rect b="b" l="l" r="r" t="t"/>
            <a:pathLst>
              <a:path extrusionOk="0" h="1153" w="846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"/>
          <p:cNvSpPr/>
          <p:nvPr/>
        </p:nvSpPr>
        <p:spPr>
          <a:xfrm>
            <a:off x="12359096" y="2644566"/>
            <a:ext cx="116928" cy="53953"/>
          </a:xfrm>
          <a:custGeom>
            <a:rect b="b" l="l" r="r" t="t"/>
            <a:pathLst>
              <a:path extrusionOk="0" fill="none" h="275" w="596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cap="rnd" cmpd="sng" w="9525">
            <a:solidFill>
              <a:srgbClr val="2AB5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"/>
          <p:cNvSpPr txBox="1"/>
          <p:nvPr>
            <p:ph type="ctrTitle"/>
          </p:nvPr>
        </p:nvSpPr>
        <p:spPr>
          <a:xfrm>
            <a:off x="931500" y="1210625"/>
            <a:ext cx="72810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pt-BR" sz="4000"/>
              <a:t>Fundamentos de APIs RESTful</a:t>
            </a:r>
            <a:endParaRPr/>
          </a:p>
        </p:txBody>
      </p:sp>
      <p:grpSp>
        <p:nvGrpSpPr>
          <p:cNvPr id="521" name="Google Shape;521;p1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522" name="Google Shape;522;p1"/>
            <p:cNvSpPr/>
            <p:nvPr/>
          </p:nvSpPr>
          <p:spPr>
            <a:xfrm>
              <a:off x="1491600" y="2391250"/>
              <a:ext cx="9425" cy="59475"/>
            </a:xfrm>
            <a:custGeom>
              <a:rect b="b" l="l" r="r" t="t"/>
              <a:pathLst>
                <a:path extrusionOk="0" h="2379" w="377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1466575" y="2416275"/>
              <a:ext cx="59575" cy="9425"/>
            </a:xfrm>
            <a:custGeom>
              <a:rect b="b" l="l" r="r" t="t"/>
              <a:pathLst>
                <a:path extrusionOk="0" h="377" w="2383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"/>
          <p:cNvSpPr txBox="1"/>
          <p:nvPr>
            <p:ph type="title"/>
          </p:nvPr>
        </p:nvSpPr>
        <p:spPr>
          <a:xfrm>
            <a:off x="1045050" y="2195825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200"/>
              <a:t>O que é uma API e por que usá-la?</a:t>
            </a:r>
            <a:endParaRPr sz="4200"/>
          </a:p>
        </p:txBody>
      </p:sp>
      <p:sp>
        <p:nvSpPr>
          <p:cNvPr id="529" name="Google Shape;529;p3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"/>
          <p:cNvSpPr txBox="1"/>
          <p:nvPr>
            <p:ph idx="1" type="subTitle"/>
          </p:nvPr>
        </p:nvSpPr>
        <p:spPr>
          <a:xfrm>
            <a:off x="713375" y="1629325"/>
            <a:ext cx="5152800" cy="26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API</a:t>
            </a:r>
            <a:r>
              <a:rPr lang="pt-BR" sz="2200"/>
              <a:t> </a:t>
            </a:r>
            <a:r>
              <a:rPr lang="pt-BR" sz="2200"/>
              <a:t>(Application Programming Interface) é um conjunto de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definições e protocolos que permitem que diferentes sistemas se comuniquem entre si.</a:t>
            </a:r>
            <a:endParaRPr/>
          </a:p>
        </p:txBody>
      </p:sp>
      <p:sp>
        <p:nvSpPr>
          <p:cNvPr id="535" name="Google Shape;535;p4"/>
          <p:cNvSpPr txBox="1"/>
          <p:nvPr>
            <p:ph type="title"/>
          </p:nvPr>
        </p:nvSpPr>
        <p:spPr>
          <a:xfrm>
            <a:off x="713370" y="1157127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Definição de API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67bc45a5d3_0_7"/>
          <p:cNvSpPr txBox="1"/>
          <p:nvPr>
            <p:ph idx="1" type="subTitle"/>
          </p:nvPr>
        </p:nvSpPr>
        <p:spPr>
          <a:xfrm>
            <a:off x="713375" y="1629325"/>
            <a:ext cx="5152800" cy="26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Uma API funciona como uma ponte entre dois sistemas — ela permite que um software acesse funcionalidades ou dados de outro software, sem que precise saber como esse outro sistema é implementado por dentro.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41" name="Google Shape;541;g367bc45a5d3_0_7"/>
          <p:cNvSpPr txBox="1"/>
          <p:nvPr>
            <p:ph type="title"/>
          </p:nvPr>
        </p:nvSpPr>
        <p:spPr>
          <a:xfrm>
            <a:off x="713375" y="963625"/>
            <a:ext cx="43167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800"/>
              <a:t>Em outras palavras…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6874875140_0_0"/>
          <p:cNvSpPr txBox="1"/>
          <p:nvPr>
            <p:ph idx="4294967295" type="title"/>
          </p:nvPr>
        </p:nvSpPr>
        <p:spPr>
          <a:xfrm>
            <a:off x="720000" y="2057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4000"/>
              <a:t>EXEMPLO</a:t>
            </a:r>
            <a:endParaRPr sz="4000"/>
          </a:p>
        </p:txBody>
      </p:sp>
      <p:pic>
        <p:nvPicPr>
          <p:cNvPr id="547" name="Google Shape;547;g3687487514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338" y="2096875"/>
            <a:ext cx="7853325" cy="248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3600000" dist="47625">
              <a:srgbClr val="000000">
                <a:alpha val="50000"/>
              </a:srgbClr>
            </a:outerShdw>
          </a:effectLst>
        </p:spPr>
      </p:pic>
      <p:sp>
        <p:nvSpPr>
          <p:cNvPr id="548" name="Google Shape;548;g36874875140_0_0"/>
          <p:cNvSpPr txBox="1"/>
          <p:nvPr/>
        </p:nvSpPr>
        <p:spPr>
          <a:xfrm>
            <a:off x="645350" y="985713"/>
            <a:ext cx="3000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</a:pPr>
            <a:r>
              <a:rPr b="1" lang="pt-BR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Cliente:</a:t>
            </a:r>
            <a:r>
              <a:rPr lang="pt-BR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Quem faz uma requisição 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33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(ex: navegador, app).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33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6874875140_0_0"/>
          <p:cNvSpPr txBox="1"/>
          <p:nvPr/>
        </p:nvSpPr>
        <p:spPr>
          <a:xfrm>
            <a:off x="5498650" y="9857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</a:pPr>
            <a:r>
              <a:rPr b="1" lang="pt-BR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Servidor:</a:t>
            </a:r>
            <a:r>
              <a:rPr lang="pt-BR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Quem responde à requisição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33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(ex: backend da aplicação).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617bb5a9ba_0_3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Por que usar APIs?</a:t>
            </a:r>
            <a:endParaRPr/>
          </a:p>
        </p:txBody>
      </p:sp>
      <p:sp>
        <p:nvSpPr>
          <p:cNvPr id="555" name="Google Shape;555;g3617bb5a9ba_0_3"/>
          <p:cNvSpPr txBox="1"/>
          <p:nvPr/>
        </p:nvSpPr>
        <p:spPr>
          <a:xfrm>
            <a:off x="4341000" y="2324875"/>
            <a:ext cx="30000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Exemplos de uso:</a:t>
            </a:r>
            <a:endParaRPr b="1"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■ APIs de mapas (Google Maps)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■ APIs de pagamento (Stripe, PayPal)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■ APIs de redes sociais (Facebook, Twitter)</a:t>
            </a:r>
            <a:endParaRPr/>
          </a:p>
        </p:txBody>
      </p:sp>
      <p:sp>
        <p:nvSpPr>
          <p:cNvPr id="556" name="Google Shape;556;g3617bb5a9ba_0_3"/>
          <p:cNvSpPr txBox="1"/>
          <p:nvPr/>
        </p:nvSpPr>
        <p:spPr>
          <a:xfrm>
            <a:off x="1341000" y="2324875"/>
            <a:ext cx="30000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Escalabilidade:</a:t>
            </a: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Facilitam o desenvolvimento modular, onde sistemas podem crescer de forma independente.</a:t>
            </a:r>
            <a:endParaRPr/>
          </a:p>
        </p:txBody>
      </p:sp>
      <p:sp>
        <p:nvSpPr>
          <p:cNvPr id="557" name="Google Shape;557;g3617bb5a9ba_0_3"/>
          <p:cNvSpPr txBox="1"/>
          <p:nvPr/>
        </p:nvSpPr>
        <p:spPr>
          <a:xfrm>
            <a:off x="1416900" y="970375"/>
            <a:ext cx="2848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Eficiência: </a:t>
            </a: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Evitam retrabalho ao reutilizar funcionalidades existentes.</a:t>
            </a:r>
            <a:endParaRPr/>
          </a:p>
        </p:txBody>
      </p:sp>
      <p:sp>
        <p:nvSpPr>
          <p:cNvPr id="558" name="Google Shape;558;g3617bb5a9ba_0_3"/>
          <p:cNvSpPr txBox="1"/>
          <p:nvPr/>
        </p:nvSpPr>
        <p:spPr>
          <a:xfrm>
            <a:off x="4265100" y="970375"/>
            <a:ext cx="35847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Interoperabilidade:</a:t>
            </a: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APIs permitem que sistemas diferentes compartilhem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dados e funcionalidades.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67bc45a5d3_0_37"/>
          <p:cNvSpPr txBox="1"/>
          <p:nvPr>
            <p:ph type="title"/>
          </p:nvPr>
        </p:nvSpPr>
        <p:spPr>
          <a:xfrm>
            <a:off x="1045050" y="2365850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200"/>
              <a:t>Conceitos de REST (Representational State Transfer)</a:t>
            </a:r>
            <a:endParaRPr sz="4200"/>
          </a:p>
        </p:txBody>
      </p:sp>
      <p:sp>
        <p:nvSpPr>
          <p:cNvPr id="564" name="Google Shape;564;g367bc45a5d3_0_37"/>
          <p:cNvSpPr txBox="1"/>
          <p:nvPr>
            <p:ph idx="2" type="title"/>
          </p:nvPr>
        </p:nvSpPr>
        <p:spPr>
          <a:xfrm>
            <a:off x="3795000" y="1191375"/>
            <a:ext cx="1554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67bc45a5d3_0_43"/>
          <p:cNvSpPr txBox="1"/>
          <p:nvPr>
            <p:ph idx="1" type="subTitle"/>
          </p:nvPr>
        </p:nvSpPr>
        <p:spPr>
          <a:xfrm>
            <a:off x="713375" y="1629325"/>
            <a:ext cx="5152800" cy="26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REST significa </a:t>
            </a:r>
            <a:r>
              <a:rPr b="1" lang="pt-BR" sz="2200"/>
              <a:t>RE</a:t>
            </a:r>
            <a:r>
              <a:rPr lang="pt-BR" sz="2200"/>
              <a:t>presentational </a:t>
            </a:r>
            <a:r>
              <a:rPr b="1" lang="pt-BR" sz="2200"/>
              <a:t>S</a:t>
            </a:r>
            <a:r>
              <a:rPr lang="pt-BR" sz="2200"/>
              <a:t>tate </a:t>
            </a:r>
            <a:r>
              <a:rPr b="1" lang="pt-BR" sz="2200"/>
              <a:t>T</a:t>
            </a:r>
            <a:r>
              <a:rPr lang="pt-BR" sz="2200"/>
              <a:t>ransfer (Transferência de Estado Representacional).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É um estilo de arquitetura para construir APIs que utilizam os padrões da web, especialmente o protocolo HTTP (usado na navegação de sites)</a:t>
            </a:r>
            <a:endParaRPr sz="2200"/>
          </a:p>
        </p:txBody>
      </p:sp>
      <p:sp>
        <p:nvSpPr>
          <p:cNvPr id="570" name="Google Shape;570;g367bc45a5d3_0_43"/>
          <p:cNvSpPr txBox="1"/>
          <p:nvPr>
            <p:ph type="title"/>
          </p:nvPr>
        </p:nvSpPr>
        <p:spPr>
          <a:xfrm>
            <a:off x="713375" y="916225"/>
            <a:ext cx="4968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Definição de REST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"/>
          <p:cNvSpPr txBox="1"/>
          <p:nvPr>
            <p:ph idx="9" type="title"/>
          </p:nvPr>
        </p:nvSpPr>
        <p:spPr>
          <a:xfrm>
            <a:off x="481750" y="1340038"/>
            <a:ext cx="4125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400"/>
              <a:t>Protocolo HTTP</a:t>
            </a:r>
            <a:endParaRPr sz="2400"/>
          </a:p>
        </p:txBody>
      </p:sp>
      <p:sp>
        <p:nvSpPr>
          <p:cNvPr id="576" name="Google Shape;576;p6"/>
          <p:cNvSpPr txBox="1"/>
          <p:nvPr/>
        </p:nvSpPr>
        <p:spPr>
          <a:xfrm>
            <a:off x="481750" y="2017263"/>
            <a:ext cx="38400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C2E12"/>
              </a:buClr>
              <a:buSzPts val="1600"/>
              <a:buFont typeface="Arial"/>
              <a:buChar char="•"/>
            </a:pPr>
            <a:r>
              <a:rPr lang="pt-BR" sz="1700">
                <a:solidFill>
                  <a:srgbClr val="383536"/>
                </a:solidFill>
                <a:latin typeface="Roboto"/>
                <a:ea typeface="Roboto"/>
                <a:cs typeface="Roboto"/>
                <a:sym typeface="Roboto"/>
              </a:rPr>
              <a:t>Regras que permitem a comunicação entre cliente e servidor.</a:t>
            </a:r>
            <a:endParaRPr sz="1700">
              <a:solidFill>
                <a:srgbClr val="38353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C2E12"/>
              </a:buClr>
              <a:buSzPts val="1600"/>
              <a:buFont typeface="Arial"/>
              <a:buChar char="•"/>
            </a:pPr>
            <a:r>
              <a:rPr lang="pt-BR" sz="1700">
                <a:solidFill>
                  <a:srgbClr val="383536"/>
                </a:solidFill>
                <a:latin typeface="Roboto"/>
                <a:ea typeface="Roboto"/>
                <a:cs typeface="Roboto"/>
                <a:sym typeface="Roboto"/>
              </a:rPr>
              <a:t>Baseado em texto, com métodos (GET, POST etc.) e cabeçalhos.</a:t>
            </a:r>
            <a:endParaRPr sz="1700">
              <a:solidFill>
                <a:srgbClr val="38353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835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6"/>
          <p:cNvSpPr txBox="1"/>
          <p:nvPr/>
        </p:nvSpPr>
        <p:spPr>
          <a:xfrm>
            <a:off x="5077400" y="2261451"/>
            <a:ext cx="31407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C2E12"/>
              </a:buClr>
              <a:buSzPts val="1600"/>
              <a:buFont typeface="Arial"/>
              <a:buChar char="•"/>
            </a:pPr>
            <a:r>
              <a:rPr lang="pt-BR" sz="1700">
                <a:solidFill>
                  <a:srgbClr val="383536"/>
                </a:solidFill>
                <a:latin typeface="Roboto"/>
                <a:ea typeface="Roboto"/>
                <a:cs typeface="Roboto"/>
                <a:sym typeface="Roboto"/>
              </a:rPr>
              <a:t>HTTP + camada de segurança (SSL/TLS)</a:t>
            </a:r>
            <a:endParaRPr sz="1700">
              <a:solidFill>
                <a:srgbClr val="38353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C2E12"/>
              </a:buClr>
              <a:buSzPts val="1600"/>
              <a:buFont typeface="Arial"/>
              <a:buChar char="•"/>
            </a:pPr>
            <a:r>
              <a:rPr lang="pt-BR" sz="1700">
                <a:solidFill>
                  <a:srgbClr val="383536"/>
                </a:solidFill>
                <a:latin typeface="Roboto"/>
                <a:ea typeface="Roboto"/>
                <a:cs typeface="Roboto"/>
                <a:sym typeface="Roboto"/>
              </a:rPr>
              <a:t>Criptografa os dados trafegados</a:t>
            </a:r>
            <a:endParaRPr sz="1700">
              <a:solidFill>
                <a:srgbClr val="3835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6"/>
          <p:cNvSpPr txBox="1"/>
          <p:nvPr/>
        </p:nvSpPr>
        <p:spPr>
          <a:xfrm>
            <a:off x="5077400" y="1704238"/>
            <a:ext cx="2276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383536"/>
                </a:solidFill>
                <a:latin typeface="Orbitron"/>
                <a:ea typeface="Orbitron"/>
                <a:cs typeface="Orbitron"/>
                <a:sym typeface="Orbitron"/>
              </a:rPr>
              <a:t>Protocolo HTTPS</a:t>
            </a:r>
            <a:endParaRPr b="1" sz="2400">
              <a:solidFill>
                <a:srgbClr val="383536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6874875140_0_9"/>
          <p:cNvSpPr txBox="1"/>
          <p:nvPr>
            <p:ph idx="1" type="subTitle"/>
          </p:nvPr>
        </p:nvSpPr>
        <p:spPr>
          <a:xfrm>
            <a:off x="2153477" y="1319252"/>
            <a:ext cx="2747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GET</a:t>
            </a:r>
            <a:endParaRPr/>
          </a:p>
        </p:txBody>
      </p:sp>
      <p:sp>
        <p:nvSpPr>
          <p:cNvPr id="584" name="Google Shape;584;g36874875140_0_9"/>
          <p:cNvSpPr txBox="1"/>
          <p:nvPr>
            <p:ph idx="4" type="subTitle"/>
          </p:nvPr>
        </p:nvSpPr>
        <p:spPr>
          <a:xfrm>
            <a:off x="2383428" y="272702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PUT </a:t>
            </a:r>
            <a:endParaRPr/>
          </a:p>
        </p:txBody>
      </p:sp>
      <p:sp>
        <p:nvSpPr>
          <p:cNvPr id="585" name="Google Shape;585;g36874875140_0_9"/>
          <p:cNvSpPr txBox="1"/>
          <p:nvPr>
            <p:ph idx="2" type="subTitle"/>
          </p:nvPr>
        </p:nvSpPr>
        <p:spPr>
          <a:xfrm>
            <a:off x="2313222" y="1690652"/>
            <a:ext cx="24282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Obter dados.</a:t>
            </a:r>
            <a:endParaRPr/>
          </a:p>
        </p:txBody>
      </p:sp>
      <p:sp>
        <p:nvSpPr>
          <p:cNvPr id="586" name="Google Shape;586;g36874875140_0_9"/>
          <p:cNvSpPr txBox="1"/>
          <p:nvPr>
            <p:ph idx="7" type="subTitle"/>
          </p:nvPr>
        </p:nvSpPr>
        <p:spPr>
          <a:xfrm>
            <a:off x="4702716" y="1319254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POST</a:t>
            </a:r>
            <a:endParaRPr sz="2000"/>
          </a:p>
        </p:txBody>
      </p:sp>
      <p:sp>
        <p:nvSpPr>
          <p:cNvPr id="587" name="Google Shape;587;g36874875140_0_9"/>
          <p:cNvSpPr txBox="1"/>
          <p:nvPr>
            <p:ph idx="5" type="subTitle"/>
          </p:nvPr>
        </p:nvSpPr>
        <p:spPr>
          <a:xfrm>
            <a:off x="2383428" y="323862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Atualizar recursos existentes.</a:t>
            </a:r>
            <a:endParaRPr/>
          </a:p>
        </p:txBody>
      </p:sp>
      <p:sp>
        <p:nvSpPr>
          <p:cNvPr id="588" name="Google Shape;588;g36874875140_0_9"/>
          <p:cNvSpPr txBox="1"/>
          <p:nvPr>
            <p:ph idx="8" type="subTitle"/>
          </p:nvPr>
        </p:nvSpPr>
        <p:spPr>
          <a:xfrm>
            <a:off x="4702716" y="17496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Criar novos recursos.</a:t>
            </a:r>
            <a:endParaRPr/>
          </a:p>
        </p:txBody>
      </p:sp>
      <p:sp>
        <p:nvSpPr>
          <p:cNvPr id="589" name="Google Shape;589;g36874875140_0_9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Métodos HTTP</a:t>
            </a:r>
            <a:endParaRPr/>
          </a:p>
        </p:txBody>
      </p:sp>
      <p:sp>
        <p:nvSpPr>
          <p:cNvPr id="590" name="Google Shape;590;g36874875140_0_9"/>
          <p:cNvSpPr txBox="1"/>
          <p:nvPr>
            <p:ph idx="7" type="subTitle"/>
          </p:nvPr>
        </p:nvSpPr>
        <p:spPr>
          <a:xfrm>
            <a:off x="4671216" y="272702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DELETE</a:t>
            </a:r>
            <a:endParaRPr sz="2000"/>
          </a:p>
        </p:txBody>
      </p:sp>
      <p:sp>
        <p:nvSpPr>
          <p:cNvPr id="591" name="Google Shape;591;g36874875140_0_9"/>
          <p:cNvSpPr txBox="1"/>
          <p:nvPr>
            <p:ph idx="8" type="subTitle"/>
          </p:nvPr>
        </p:nvSpPr>
        <p:spPr>
          <a:xfrm>
            <a:off x="4671216" y="309842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Remover recursos.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67bc45a5d3_0_20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Métodos HTTP</a:t>
            </a:r>
            <a:endParaRPr/>
          </a:p>
        </p:txBody>
      </p:sp>
      <p:graphicFrame>
        <p:nvGraphicFramePr>
          <p:cNvPr id="597" name="Google Shape;597;g367bc45a5d3_0_20"/>
          <p:cNvGraphicFramePr/>
          <p:nvPr/>
        </p:nvGraphicFramePr>
        <p:xfrm>
          <a:off x="720713" y="15506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{6CA191FB-90DE-4146-AFF6-022ECF672BD0}</a:tableStyleId>
              </a:tblPr>
              <a:tblGrid>
                <a:gridCol w="2567525"/>
                <a:gridCol w="2567525"/>
                <a:gridCol w="25675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Método</a:t>
                      </a:r>
                      <a:endParaRPr sz="1400" u="none" cap="none" strike="noStrike">
                        <a:solidFill>
                          <a:srgbClr val="38353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Ação</a:t>
                      </a:r>
                      <a:endParaRPr sz="1400" u="none" cap="none" strike="noStrike">
                        <a:solidFill>
                          <a:srgbClr val="38353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Exemplo</a:t>
                      </a:r>
                      <a:endParaRPr sz="1400" u="none" cap="none" strike="noStrike">
                        <a:solidFill>
                          <a:srgbClr val="38353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GET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Buscar dados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Buscar lista de produtos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POST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Criar novo recurso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Criar novo usuário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PUT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Atualizar recurso inteiro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Atualizar todos dados do usuário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PATCH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Atualizar parte do recurso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Atualizar apenas o e-mail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DELETE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Remover recurso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Excluir um produto</a:t>
                      </a:r>
                      <a:endParaRPr sz="1400" u="none" cap="none" strike="noStrike">
                        <a:solidFill>
                          <a:srgbClr val="38353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6874875140_0_27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Códigos de Status HTTP</a:t>
            </a:r>
            <a:endParaRPr/>
          </a:p>
        </p:txBody>
      </p:sp>
      <p:graphicFrame>
        <p:nvGraphicFramePr>
          <p:cNvPr id="603" name="Google Shape;603;g36874875140_0_27"/>
          <p:cNvGraphicFramePr/>
          <p:nvPr/>
        </p:nvGraphicFramePr>
        <p:xfrm>
          <a:off x="720713" y="15049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{6CA191FB-90DE-4146-AFF6-022ECF672BD0}</a:tableStyleId>
              </a:tblPr>
              <a:tblGrid>
                <a:gridCol w="2567525"/>
                <a:gridCol w="2567525"/>
                <a:gridCol w="25675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Código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Categoria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Significado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200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Sucesso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Requisição OK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201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Sucesso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Recurso criado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400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Erro do cliente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Requisição mal feita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401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Erro do cliente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Não autorizado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404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Erro do cliente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Não encontrado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500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Erro do servidor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solidFill>
                            <a:srgbClr val="383536"/>
                          </a:solidFill>
                        </a:rPr>
                        <a:t>Erro interno do servidor</a:t>
                      </a:r>
                      <a:endParaRPr sz="1400" u="none" cap="none" strike="noStrike">
                        <a:solidFill>
                          <a:srgbClr val="383536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835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17bb5a9ba_0_22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500"/>
              <a:t>Estrutura de uma API RESTful</a:t>
            </a:r>
            <a:endParaRPr/>
          </a:p>
        </p:txBody>
      </p:sp>
      <p:sp>
        <p:nvSpPr>
          <p:cNvPr id="609" name="Google Shape;609;g3617bb5a9ba_0_22"/>
          <p:cNvSpPr txBox="1"/>
          <p:nvPr>
            <p:ph idx="2" type="title"/>
          </p:nvPr>
        </p:nvSpPr>
        <p:spPr>
          <a:xfrm>
            <a:off x="3790000" y="1163050"/>
            <a:ext cx="1493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67bc45a5d3_0_50"/>
          <p:cNvSpPr txBox="1"/>
          <p:nvPr>
            <p:ph idx="2" type="subTitle"/>
          </p:nvPr>
        </p:nvSpPr>
        <p:spPr>
          <a:xfrm>
            <a:off x="441299" y="2127750"/>
            <a:ext cx="3679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● Endpoints: Pontos de acesso para interagir com a API (ex.: /usuarios,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/produtos).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615" name="Google Shape;615;g367bc45a5d3_0_50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Estrutura de uma API RESTful</a:t>
            </a:r>
            <a:endParaRPr/>
          </a:p>
        </p:txBody>
      </p:sp>
      <p:sp>
        <p:nvSpPr>
          <p:cNvPr id="616" name="Google Shape;616;g367bc45a5d3_0_50"/>
          <p:cNvSpPr txBox="1"/>
          <p:nvPr/>
        </p:nvSpPr>
        <p:spPr>
          <a:xfrm>
            <a:off x="4121100" y="979800"/>
            <a:ext cx="45816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● Formato de dados: JSON (JavaScript Object Notation) é o formato mais comum por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sua simplicidade e legibilidade.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Exemplo de JSON:</a:t>
            </a:r>
            <a:endParaRPr b="1"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{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"id": 1,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"nome": "João Silva",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"email": "joao.silva@email.com",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"ativo": true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67bc45a5d3_0_75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500"/>
              <a:t>Hands-on: Criar um JSON básico</a:t>
            </a:r>
            <a:endParaRPr/>
          </a:p>
        </p:txBody>
      </p:sp>
      <p:sp>
        <p:nvSpPr>
          <p:cNvPr id="622" name="Google Shape;622;g367bc45a5d3_0_75"/>
          <p:cNvSpPr txBox="1"/>
          <p:nvPr>
            <p:ph idx="2" type="title"/>
          </p:nvPr>
        </p:nvSpPr>
        <p:spPr>
          <a:xfrm>
            <a:off x="3790000" y="1163050"/>
            <a:ext cx="1493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7bc45a5d3_0_82"/>
          <p:cNvSpPr txBox="1"/>
          <p:nvPr>
            <p:ph type="title"/>
          </p:nvPr>
        </p:nvSpPr>
        <p:spPr>
          <a:xfrm>
            <a:off x="974875" y="1214249"/>
            <a:ext cx="3503700" cy="2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1. Abra qualquer editor de texto ou IDE.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2. Crie um arquivo dados.json com o </a:t>
            </a:r>
            <a:r>
              <a:rPr lang="pt-BR" sz="2200"/>
              <a:t>conteúdo</a:t>
            </a:r>
            <a:r>
              <a:rPr lang="pt-BR" sz="2200"/>
              <a:t> dos </a:t>
            </a:r>
            <a:r>
              <a:rPr lang="pt-BR" sz="2200"/>
              <a:t>comentários</a:t>
            </a:r>
            <a:endParaRPr sz="2800"/>
          </a:p>
        </p:txBody>
      </p:sp>
      <p:sp>
        <p:nvSpPr>
          <p:cNvPr id="628" name="Google Shape;628;g367bc45a5d3_0_82"/>
          <p:cNvSpPr/>
          <p:nvPr/>
        </p:nvSpPr>
        <p:spPr>
          <a:xfrm>
            <a:off x="4905097" y="1017269"/>
            <a:ext cx="3743400" cy="2809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9" name="Google Shape;629;g367bc45a5d3_0_82"/>
          <p:cNvGrpSpPr/>
          <p:nvPr/>
        </p:nvGrpSpPr>
        <p:grpSpPr>
          <a:xfrm>
            <a:off x="4905097" y="4262623"/>
            <a:ext cx="3293462" cy="92817"/>
            <a:chOff x="819025" y="3822075"/>
            <a:chExt cx="891450" cy="25125"/>
          </a:xfrm>
        </p:grpSpPr>
        <p:sp>
          <p:nvSpPr>
            <p:cNvPr id="630" name="Google Shape;630;g367bc45a5d3_0_82"/>
            <p:cNvSpPr/>
            <p:nvPr/>
          </p:nvSpPr>
          <p:spPr>
            <a:xfrm>
              <a:off x="819025" y="3822375"/>
              <a:ext cx="891450" cy="24825"/>
            </a:xfrm>
            <a:custGeom>
              <a:rect b="b" l="l" r="r" t="t"/>
              <a:pathLst>
                <a:path extrusionOk="0" h="993" w="35658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367bc45a5d3_0_82"/>
            <p:cNvSpPr/>
            <p:nvPr/>
          </p:nvSpPr>
          <p:spPr>
            <a:xfrm>
              <a:off x="1235525" y="3823575"/>
              <a:ext cx="134825" cy="14025"/>
            </a:xfrm>
            <a:custGeom>
              <a:rect b="b" l="l" r="r" t="t"/>
              <a:pathLst>
                <a:path extrusionOk="0" h="561" w="5393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367bc45a5d3_0_82"/>
            <p:cNvSpPr/>
            <p:nvPr/>
          </p:nvSpPr>
          <p:spPr>
            <a:xfrm>
              <a:off x="1027875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367bc45a5d3_0_82"/>
            <p:cNvSpPr/>
            <p:nvPr/>
          </p:nvSpPr>
          <p:spPr>
            <a:xfrm>
              <a:off x="1042475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367bc45a5d3_0_82"/>
            <p:cNvSpPr/>
            <p:nvPr/>
          </p:nvSpPr>
          <p:spPr>
            <a:xfrm>
              <a:off x="1057100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367bc45a5d3_0_82"/>
            <p:cNvSpPr/>
            <p:nvPr/>
          </p:nvSpPr>
          <p:spPr>
            <a:xfrm>
              <a:off x="10717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67bc45a5d3_0_82"/>
            <p:cNvSpPr/>
            <p:nvPr/>
          </p:nvSpPr>
          <p:spPr>
            <a:xfrm>
              <a:off x="10863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IFs de Man Of Steel Meme | Tenor" id="637" name="Google Shape;637;g367bc45a5d3_0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7150" y="1212246"/>
            <a:ext cx="3479168" cy="2419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"/>
          <p:cNvSpPr txBox="1"/>
          <p:nvPr>
            <p:ph type="title"/>
          </p:nvPr>
        </p:nvSpPr>
        <p:spPr>
          <a:xfrm>
            <a:off x="1161418" y="2394089"/>
            <a:ext cx="7217772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Ambiente e ferramentas</a:t>
            </a:r>
            <a:endParaRPr/>
          </a:p>
        </p:txBody>
      </p:sp>
      <p:sp>
        <p:nvSpPr>
          <p:cNvPr id="643" name="Google Shape;643;p7"/>
          <p:cNvSpPr txBox="1"/>
          <p:nvPr>
            <p:ph idx="2" type="title"/>
          </p:nvPr>
        </p:nvSpPr>
        <p:spPr>
          <a:xfrm>
            <a:off x="3891185" y="1163052"/>
            <a:ext cx="136163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67bc45a5d3_0_98"/>
          <p:cNvSpPr txBox="1"/>
          <p:nvPr>
            <p:ph type="title"/>
          </p:nvPr>
        </p:nvSpPr>
        <p:spPr>
          <a:xfrm>
            <a:off x="974885" y="1202084"/>
            <a:ext cx="35037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800"/>
              <a:t>ABRE O </a:t>
            </a:r>
            <a:r>
              <a:rPr lang="pt-BR" sz="2800"/>
              <a:t>ARQUIVO</a:t>
            </a:r>
            <a:r>
              <a:rPr lang="pt-BR" sz="2800"/>
              <a:t>: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800">
                <a:solidFill>
                  <a:schemeClr val="dk2"/>
                </a:solidFill>
              </a:rPr>
              <a:t>Passo a Passo 1 - Fundamentos de APIs RESTful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49" name="Google Shape;649;g367bc45a5d3_0_98"/>
          <p:cNvSpPr/>
          <p:nvPr/>
        </p:nvSpPr>
        <p:spPr>
          <a:xfrm>
            <a:off x="4905097" y="1017269"/>
            <a:ext cx="3743400" cy="2809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g367bc45a5d3_0_98"/>
          <p:cNvGrpSpPr/>
          <p:nvPr/>
        </p:nvGrpSpPr>
        <p:grpSpPr>
          <a:xfrm>
            <a:off x="4905097" y="4262623"/>
            <a:ext cx="3293462" cy="92817"/>
            <a:chOff x="819025" y="3822075"/>
            <a:chExt cx="891450" cy="25125"/>
          </a:xfrm>
        </p:grpSpPr>
        <p:sp>
          <p:nvSpPr>
            <p:cNvPr id="651" name="Google Shape;651;g367bc45a5d3_0_98"/>
            <p:cNvSpPr/>
            <p:nvPr/>
          </p:nvSpPr>
          <p:spPr>
            <a:xfrm>
              <a:off x="819025" y="3822375"/>
              <a:ext cx="891450" cy="24825"/>
            </a:xfrm>
            <a:custGeom>
              <a:rect b="b" l="l" r="r" t="t"/>
              <a:pathLst>
                <a:path extrusionOk="0" h="993" w="35658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367bc45a5d3_0_98"/>
            <p:cNvSpPr/>
            <p:nvPr/>
          </p:nvSpPr>
          <p:spPr>
            <a:xfrm>
              <a:off x="1235525" y="3823575"/>
              <a:ext cx="134825" cy="14025"/>
            </a:xfrm>
            <a:custGeom>
              <a:rect b="b" l="l" r="r" t="t"/>
              <a:pathLst>
                <a:path extrusionOk="0" h="561" w="5393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367bc45a5d3_0_98"/>
            <p:cNvSpPr/>
            <p:nvPr/>
          </p:nvSpPr>
          <p:spPr>
            <a:xfrm>
              <a:off x="1027875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67bc45a5d3_0_98"/>
            <p:cNvSpPr/>
            <p:nvPr/>
          </p:nvSpPr>
          <p:spPr>
            <a:xfrm>
              <a:off x="1042475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67bc45a5d3_0_98"/>
            <p:cNvSpPr/>
            <p:nvPr/>
          </p:nvSpPr>
          <p:spPr>
            <a:xfrm>
              <a:off x="1057100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67bc45a5d3_0_98"/>
            <p:cNvSpPr/>
            <p:nvPr/>
          </p:nvSpPr>
          <p:spPr>
            <a:xfrm>
              <a:off x="10717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67bc45a5d3_0_98"/>
            <p:cNvSpPr/>
            <p:nvPr/>
          </p:nvSpPr>
          <p:spPr>
            <a:xfrm>
              <a:off x="10863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IFs de Man Of Steel Meme | Tenor" id="658" name="Google Shape;658;g367bc45a5d3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150" y="1212246"/>
            <a:ext cx="3479168" cy="2419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67d925cb38_0_2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é um ambiente virtual?</a:t>
            </a:r>
            <a:endParaRPr/>
          </a:p>
        </p:txBody>
      </p:sp>
      <p:sp>
        <p:nvSpPr>
          <p:cNvPr id="664" name="Google Shape;664;g367d925cb38_0_2"/>
          <p:cNvSpPr txBox="1"/>
          <p:nvPr/>
        </p:nvSpPr>
        <p:spPr>
          <a:xfrm>
            <a:off x="1618800" y="1594350"/>
            <a:ext cx="59064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Um ambiente virtual em Python é um espaço isolado onde você pode instalar pacotes e bibliotecas sem interferir no sistema global do Python do seu computador.</a:t>
            </a:r>
            <a:endParaRPr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67bc45a5d3_0_13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é Django?</a:t>
            </a:r>
            <a:endParaRPr/>
          </a:p>
        </p:txBody>
      </p:sp>
      <p:sp>
        <p:nvSpPr>
          <p:cNvPr id="670" name="Google Shape;670;g367bc45a5d3_0_13"/>
          <p:cNvSpPr txBox="1"/>
          <p:nvPr/>
        </p:nvSpPr>
        <p:spPr>
          <a:xfrm>
            <a:off x="1079250" y="684600"/>
            <a:ext cx="69855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O Django é um framework web escrito em Python que facilita e agiliza a criação de sites e APIs.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Ele oferece uma estrutura pronta com várias ferramentas integradas, como: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Controle de </a:t>
            </a:r>
            <a:r>
              <a:rPr lang="pt-BR" sz="1800"/>
              <a:t>r</a:t>
            </a:r>
            <a:r>
              <a:rPr lang="pt-BR" sz="1800"/>
              <a:t>otas (URLs)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Gerenciamento de banco de dados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Sistema de autenticação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Administração automática (painel admin)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Suporte para criar APIs REST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Ou seja, em vez de começar um projeto do zero, você usa o Django para montar a aplicação mais rápido, com código organizado e seguro.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67bc45a5d3_0_123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é pip?</a:t>
            </a:r>
            <a:endParaRPr/>
          </a:p>
        </p:txBody>
      </p:sp>
      <p:sp>
        <p:nvSpPr>
          <p:cNvPr id="676" name="Google Shape;676;g367bc45a5d3_0_123"/>
          <p:cNvSpPr txBox="1"/>
          <p:nvPr/>
        </p:nvSpPr>
        <p:spPr>
          <a:xfrm>
            <a:off x="1079250" y="847800"/>
            <a:ext cx="69855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O pip é o gerenciador de pacotes do Python.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Ele serve para instalar, atualizar e remover bibliotecas e ferramentas feitas para Python, como o Django.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Por exemplo, quando você digita: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</a:rPr>
              <a:t>pip install django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Está dizendo para o pip baixar e instalar o Django no seu computador para você usar.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67d925cb38_0_9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criamos?</a:t>
            </a:r>
            <a:endParaRPr/>
          </a:p>
        </p:txBody>
      </p:sp>
      <p:sp>
        <p:nvSpPr>
          <p:cNvPr id="682" name="Google Shape;682;g367d925cb38_0_9"/>
          <p:cNvSpPr txBox="1"/>
          <p:nvPr/>
        </p:nvSpPr>
        <p:spPr>
          <a:xfrm>
            <a:off x="1481700" y="709350"/>
            <a:ext cx="61806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</a:rPr>
              <a:t>manage.py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É o gerenciador do projeto Django.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Serve para executar comandos importantes, como: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pt-BR" sz="2000">
                <a:solidFill>
                  <a:schemeClr val="dk2"/>
                </a:solidFill>
              </a:rPr>
              <a:t>runserver (iniciar o servidor)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pt-BR" sz="2000">
                <a:solidFill>
                  <a:schemeClr val="dk2"/>
                </a:solidFill>
              </a:rPr>
              <a:t>migrate (aplicar migrações no banco de dados)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pt-BR" sz="2000">
                <a:solidFill>
                  <a:schemeClr val="dk2"/>
                </a:solidFill>
              </a:rPr>
              <a:t>createsuperuser (criar usuário admin)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Ele já importa as configurações do projeto automaticamente, usando o settings.py.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67d925cb38_0_22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criamos?</a:t>
            </a:r>
            <a:endParaRPr/>
          </a:p>
        </p:txBody>
      </p:sp>
      <p:sp>
        <p:nvSpPr>
          <p:cNvPr id="688" name="Google Shape;688;g367d925cb38_0_22"/>
          <p:cNvSpPr txBox="1"/>
          <p:nvPr/>
        </p:nvSpPr>
        <p:spPr>
          <a:xfrm>
            <a:off x="1481700" y="1363500"/>
            <a:ext cx="61806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dk2"/>
                </a:solidFill>
              </a:rPr>
              <a:t>__init__.py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Indica que a pasta é um pacote Python.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Geralmente está vazio, mas é necessário para o Python reconhecer a estrutura.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67d925cb38_0_16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criamos?</a:t>
            </a:r>
            <a:endParaRPr/>
          </a:p>
        </p:txBody>
      </p:sp>
      <p:sp>
        <p:nvSpPr>
          <p:cNvPr id="694" name="Google Shape;694;g367d925cb38_0_16"/>
          <p:cNvSpPr txBox="1"/>
          <p:nvPr/>
        </p:nvSpPr>
        <p:spPr>
          <a:xfrm>
            <a:off x="1538400" y="970950"/>
            <a:ext cx="6180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2"/>
                </a:solidFill>
              </a:rPr>
              <a:t>settings.py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Contém todas as configurações do seu projeto: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pt-BR" sz="2200">
                <a:solidFill>
                  <a:schemeClr val="dk2"/>
                </a:solidFill>
              </a:rPr>
              <a:t>Quais apps estão instalados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pt-BR" sz="2200">
                <a:solidFill>
                  <a:schemeClr val="dk2"/>
                </a:solidFill>
              </a:rPr>
              <a:t>Configuração do banco de dados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pt-BR" sz="2200">
                <a:solidFill>
                  <a:schemeClr val="dk2"/>
                </a:solidFill>
              </a:rPr>
              <a:t>Idioma, fuso horário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pt-BR" sz="2200">
                <a:solidFill>
                  <a:schemeClr val="dk2"/>
                </a:solidFill>
              </a:rPr>
              <a:t>Chave secreta do projet</a:t>
            </a:r>
            <a:r>
              <a:rPr lang="pt-BR" sz="2200">
                <a:solidFill>
                  <a:schemeClr val="dk2"/>
                </a:solidFill>
              </a:rPr>
              <a:t>o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pt-BR" sz="2200">
                <a:solidFill>
                  <a:schemeClr val="dk2"/>
                </a:solidFill>
              </a:rPr>
              <a:t>Middleware, templates, etc.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67d925cb38_0_29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criamos?</a:t>
            </a:r>
            <a:endParaRPr/>
          </a:p>
        </p:txBody>
      </p:sp>
      <p:sp>
        <p:nvSpPr>
          <p:cNvPr id="700" name="Google Shape;700;g367d925cb38_0_29"/>
          <p:cNvSpPr txBox="1"/>
          <p:nvPr/>
        </p:nvSpPr>
        <p:spPr>
          <a:xfrm>
            <a:off x="1481700" y="1232700"/>
            <a:ext cx="6180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2"/>
                </a:solidFill>
              </a:rPr>
              <a:t>urls.py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Define as rotas (URLs) do seu projeto.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É aqui que você conecta as views às URLs que o usuário acessa.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67d925cb38_0_35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criamos?</a:t>
            </a:r>
            <a:endParaRPr/>
          </a:p>
        </p:txBody>
      </p:sp>
      <p:sp>
        <p:nvSpPr>
          <p:cNvPr id="706" name="Google Shape;706;g367d925cb38_0_35"/>
          <p:cNvSpPr txBox="1"/>
          <p:nvPr/>
        </p:nvSpPr>
        <p:spPr>
          <a:xfrm>
            <a:off x="1481700" y="684600"/>
            <a:ext cx="61806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2"/>
                </a:solidFill>
              </a:rPr>
              <a:t>wsgi.py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WSGI = Web Server Gateway Interface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É a interface de comunicação entre o Django e o servidor web (como Gunicorn ou Apache).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Usado em ambientes de produção, não é comum mexer nele no desenvolvimento.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67bc45a5d3_0_132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de Teste de API</a:t>
            </a:r>
            <a:endParaRPr/>
          </a:p>
        </p:txBody>
      </p:sp>
      <p:sp>
        <p:nvSpPr>
          <p:cNvPr id="712" name="Google Shape;712;g367bc45a5d3_0_132"/>
          <p:cNvSpPr txBox="1"/>
          <p:nvPr/>
        </p:nvSpPr>
        <p:spPr>
          <a:xfrm>
            <a:off x="1079250" y="847800"/>
            <a:ext cx="69855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2"/>
                </a:solidFill>
              </a:rPr>
              <a:t>Postman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	Interface gráfica para testar requisições HTTP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2"/>
                </a:solidFill>
              </a:rPr>
              <a:t>Insomnia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	Foco em APIs REST e GraphQL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2"/>
                </a:solidFill>
              </a:rPr>
              <a:t>Thunder Client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	Extensão leve para o VS Code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0"/>
          <p:cNvSpPr txBox="1"/>
          <p:nvPr/>
        </p:nvSpPr>
        <p:spPr>
          <a:xfrm>
            <a:off x="2779350" y="4208208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20"/>
          <p:cNvSpPr txBox="1"/>
          <p:nvPr>
            <p:ph type="title"/>
          </p:nvPr>
        </p:nvSpPr>
        <p:spPr>
          <a:xfrm>
            <a:off x="2483145" y="2085300"/>
            <a:ext cx="417771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